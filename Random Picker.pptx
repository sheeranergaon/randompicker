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4"/>
  </p:sldMasterIdLst>
  <p:notesMasterIdLst>
    <p:notesMasterId r:id="rId14"/>
  </p:notesMasterIdLst>
  <p:handoutMasterIdLst>
    <p:handoutMasterId r:id="rId15"/>
  </p:handoutMasterIdLst>
  <p:sldIdLst>
    <p:sldId id="256" r:id="rId5"/>
    <p:sldId id="257" r:id="rId6"/>
    <p:sldId id="259" r:id="rId7"/>
    <p:sldId id="261" r:id="rId8"/>
    <p:sldId id="263" r:id="rId9"/>
    <p:sldId id="264" r:id="rId10"/>
    <p:sldId id="267" r:id="rId11"/>
    <p:sldId id="268" r:id="rId12"/>
    <p:sldId id="269"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E3E3E"/>
    <a:srgbClr val="6D0000"/>
  </p:clrMru>
  <p:extLst>
    <p:ext uri="{E76CE94A-603C-4142-B9EB-6D1370010A27}">
      <p14:discardImageEditData xmlns:p14="http://schemas.microsoft.com/office/powerpoint/2010/main" val="0"/>
    </p:ext>
    <p:ext uri="{D31A062A-798A-4329-ABDD-BBA856620510}">
      <p14:defaultImageDpi xmlns:p14="http://schemas.microsoft.com/office/powerpoint/2010/main" val="96"/>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9C7853C-536D-4A76-A0AE-DD22124D55A5}">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80" autoAdjust="0"/>
    <p:restoredTop sz="84328" autoAdjust="0"/>
  </p:normalViewPr>
  <p:slideViewPr>
    <p:cSldViewPr snapToGrid="0">
      <p:cViewPr varScale="1">
        <p:scale>
          <a:sx n="90" d="100"/>
          <a:sy n="90" d="100"/>
        </p:scale>
        <p:origin x="120" y="408"/>
      </p:cViewPr>
      <p:guideLst/>
    </p:cSldViewPr>
  </p:slideViewPr>
  <p:notesTextViewPr>
    <p:cViewPr>
      <p:scale>
        <a:sx n="1" d="1"/>
        <a:sy n="1" d="1"/>
      </p:scale>
      <p:origin x="0" y="0"/>
    </p:cViewPr>
  </p:notesTextViewPr>
  <p:notesViewPr>
    <p:cSldViewPr snapToGrid="0">
      <p:cViewPr varScale="1">
        <p:scale>
          <a:sx n="60" d="100"/>
          <a:sy n="60" d="100"/>
        </p:scale>
        <p:origin x="2424"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3EDD3B8-5E68-48E9-AAB1-5DE570C28ED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4A897E35-4312-4077-83D3-69953080BC2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E836F02-AF67-416B-AB85-08CFF698F86D}" type="datetimeFigureOut">
              <a:rPr lang="en-US" smtClean="0"/>
              <a:t>11/20/2025</a:t>
            </a:fld>
            <a:endParaRPr lang="en-US" dirty="0"/>
          </a:p>
        </p:txBody>
      </p:sp>
      <p:sp>
        <p:nvSpPr>
          <p:cNvPr id="4" name="Footer Placeholder 3">
            <a:extLst>
              <a:ext uri="{FF2B5EF4-FFF2-40B4-BE49-F238E27FC236}">
                <a16:creationId xmlns:a16="http://schemas.microsoft.com/office/drawing/2014/main" id="{75853C52-2B92-4B9E-86F4-DB78684BEC8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D20E0EA4-BAD2-4335-9446-CA4CCFEC14A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D65BC62-3B36-43F8-8B69-D6E5E743DA31}" type="slidenum">
              <a:rPr lang="en-US" smtClean="0"/>
              <a:t>‹#›</a:t>
            </a:fld>
            <a:endParaRPr lang="en-US" dirty="0"/>
          </a:p>
        </p:txBody>
      </p:sp>
    </p:spTree>
    <p:extLst>
      <p:ext uri="{BB962C8B-B14F-4D97-AF65-F5344CB8AC3E}">
        <p14:creationId xmlns:p14="http://schemas.microsoft.com/office/powerpoint/2010/main" val="331651848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5B7E8F0-931C-4E43-98D1-A3CD0E0034DC}" type="datetimeFigureOut">
              <a:rPr lang="en-US" smtClean="0"/>
              <a:t>11/20/2025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6AEB063-7F11-4E3B-BA52-07405B1C2D95}" type="slidenum">
              <a:rPr lang="en-US" smtClean="0"/>
              <a:t>‹#›</a:t>
            </a:fld>
            <a:endParaRPr lang="en-US" dirty="0"/>
          </a:p>
        </p:txBody>
      </p:sp>
    </p:spTree>
    <p:extLst>
      <p:ext uri="{BB962C8B-B14F-4D97-AF65-F5344CB8AC3E}">
        <p14:creationId xmlns:p14="http://schemas.microsoft.com/office/powerpoint/2010/main" val="18629302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latin typeface="Tahoma" panose="020B0604030504040204" pitchFamily="34" charset="0"/>
                <a:ea typeface="Tahoma" panose="020B0604030504040204" pitchFamily="34" charset="0"/>
                <a:cs typeface="Tahoma" panose="020B0604030504040204" pitchFamily="34" charset="0"/>
              </a:rPr>
              <a:t>Be specific and direct in the title. Use the subtitle to give the specific context of the speech.</a:t>
            </a:r>
          </a:p>
          <a:p>
            <a:r>
              <a:rPr lang="en-US" sz="1200" dirty="0">
                <a:latin typeface="Tahoma" panose="020B0604030504040204" pitchFamily="34" charset="0"/>
                <a:ea typeface="Tahoma" panose="020B0604030504040204" pitchFamily="34" charset="0"/>
                <a:cs typeface="Tahoma" panose="020B0604030504040204" pitchFamily="34" charset="0"/>
              </a:rPr>
              <a:t>-The goal should be to capture the audience’s attention which can be done with a quote, a startling statistic, or fact.  It is not necessary to include this attention getter on the slide.</a:t>
            </a:r>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1</a:t>
            </a:fld>
            <a:endParaRPr lang="en-US" dirty="0"/>
          </a:p>
        </p:txBody>
      </p:sp>
    </p:spTree>
    <p:extLst>
      <p:ext uri="{BB962C8B-B14F-4D97-AF65-F5344CB8AC3E}">
        <p14:creationId xmlns:p14="http://schemas.microsoft.com/office/powerpoint/2010/main" val="32054555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latin typeface="Tahoma" panose="020B0604030504040204" pitchFamily="34" charset="0"/>
                <a:ea typeface="Tahoma" panose="020B0604030504040204" pitchFamily="34" charset="0"/>
                <a:cs typeface="Tahoma" panose="020B0604030504040204" pitchFamily="34" charset="0"/>
              </a:rPr>
              <a:t>Use the background points to post details that are not common knowledge, or that the audience will need to understand the context of the speech.</a:t>
            </a:r>
          </a:p>
          <a:p>
            <a:r>
              <a:rPr lang="en-US" dirty="0"/>
              <a:t>-Do not read these main points from the PowerPoint, instead elaborate on these points during the speech.</a:t>
            </a:r>
          </a:p>
        </p:txBody>
      </p:sp>
      <p:sp>
        <p:nvSpPr>
          <p:cNvPr id="4" name="Slide Number Placeholder 3"/>
          <p:cNvSpPr>
            <a:spLocks noGrp="1"/>
          </p:cNvSpPr>
          <p:nvPr>
            <p:ph type="sldNum" sz="quarter" idx="10"/>
          </p:nvPr>
        </p:nvSpPr>
        <p:spPr/>
        <p:txBody>
          <a:bodyPr/>
          <a:lstStyle/>
          <a:p>
            <a:fld id="{E6AEB063-7F11-4E3B-BA52-07405B1C2D95}" type="slidenum">
              <a:rPr lang="en-US" smtClean="0"/>
              <a:t>2</a:t>
            </a:fld>
            <a:endParaRPr lang="en-US" dirty="0"/>
          </a:p>
        </p:txBody>
      </p:sp>
    </p:spTree>
    <p:extLst>
      <p:ext uri="{BB962C8B-B14F-4D97-AF65-F5344CB8AC3E}">
        <p14:creationId xmlns:p14="http://schemas.microsoft.com/office/powerpoint/2010/main" val="27524013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3</a:t>
            </a:fld>
            <a:endParaRPr lang="en-US" dirty="0"/>
          </a:p>
        </p:txBody>
      </p:sp>
    </p:spTree>
    <p:extLst>
      <p:ext uri="{BB962C8B-B14F-4D97-AF65-F5344CB8AC3E}">
        <p14:creationId xmlns:p14="http://schemas.microsoft.com/office/powerpoint/2010/main" val="33380273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of main point #1 should be clear and concise.  Each piece of evidence should be summarized for clarity and cited correctly.  Do not simply read the pieces of evidence, but elaborate where needed.  </a:t>
            </a:r>
          </a:p>
          <a:p>
            <a:r>
              <a:rPr lang="en-US" dirty="0"/>
              <a:t>[type notes for elaboration here]</a:t>
            </a:r>
          </a:p>
          <a:p>
            <a:r>
              <a:rPr lang="en-US" dirty="0"/>
              <a:t>Be sure to transition to main point #2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4</a:t>
            </a:fld>
            <a:endParaRPr lang="en-US" dirty="0"/>
          </a:p>
        </p:txBody>
      </p:sp>
    </p:spTree>
    <p:extLst>
      <p:ext uri="{BB962C8B-B14F-4D97-AF65-F5344CB8AC3E}">
        <p14:creationId xmlns:p14="http://schemas.microsoft.com/office/powerpoint/2010/main" val="26394520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of main point #2 should be clear and concise.  Each piece of evidence should be summarized for clarity and cited correctly.  Do not simply read the pieces of evidence, but elaborate where needed.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[type notes for elaboration here]</a:t>
            </a:r>
          </a:p>
          <a:p>
            <a:r>
              <a:rPr lang="en-US" dirty="0"/>
              <a:t>Be sure to transition to main point #3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5</a:t>
            </a:fld>
            <a:endParaRPr lang="en-US" dirty="0"/>
          </a:p>
        </p:txBody>
      </p:sp>
    </p:spTree>
    <p:extLst>
      <p:ext uri="{BB962C8B-B14F-4D97-AF65-F5344CB8AC3E}">
        <p14:creationId xmlns:p14="http://schemas.microsoft.com/office/powerpoint/2010/main" val="7505618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of main point #3 should be clear and concise.  Each piece of evidence should be summarized for clarity and cited correctly.  Do not simply read the pieces of evidence, but elaborate where needed.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[type notes for elaboration here]</a:t>
            </a:r>
          </a:p>
          <a:p>
            <a:r>
              <a:rPr lang="en-US" dirty="0"/>
              <a:t>Be sure to transition to the counterargument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6</a:t>
            </a:fld>
            <a:endParaRPr lang="en-US" dirty="0"/>
          </a:p>
        </p:txBody>
      </p:sp>
    </p:spTree>
    <p:extLst>
      <p:ext uri="{BB962C8B-B14F-4D97-AF65-F5344CB8AC3E}">
        <p14:creationId xmlns:p14="http://schemas.microsoft.com/office/powerpoint/2010/main" val="4182142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Tahoma" panose="020B0604030504040204" pitchFamily="34" charset="0"/>
                <a:ea typeface="Tahoma" panose="020B0604030504040204" pitchFamily="34" charset="0"/>
                <a:cs typeface="Tahoma" panose="020B0604030504040204" pitchFamily="34" charset="0"/>
              </a:rPr>
              <a:t>The counterargument should be the most common argument against the topic.  The goal for this slide is to address the counterargument in such a way as to actually strengthen the original topic.  Be sure to address each piece of evidence against the topic.  As you address each piece of evidence elaborate on the text found on the slide.  Remember to transition to the final slide, the action step.</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7</a:t>
            </a:fld>
            <a:endParaRPr lang="en-US" dirty="0"/>
          </a:p>
        </p:txBody>
      </p:sp>
    </p:spTree>
    <p:extLst>
      <p:ext uri="{BB962C8B-B14F-4D97-AF65-F5344CB8AC3E}">
        <p14:creationId xmlns:p14="http://schemas.microsoft.com/office/powerpoint/2010/main" val="37305417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Tahoma" panose="020B0604030504040204" pitchFamily="34" charset="0"/>
                <a:ea typeface="Tahoma" panose="020B0604030504040204" pitchFamily="34" charset="0"/>
                <a:cs typeface="Tahoma" panose="020B0604030504040204" pitchFamily="34" charset="0"/>
              </a:rPr>
              <a:t>The action step is what the audience is supposed to do or think about the topic.  It should be one sentence that is written clearly and with much thought. It may also be the thesis statement restated as an action.  The goal of this slide is to leave the audience with a clear message as to what they are to do or think at the end of the speech.  It may be a good idea to end with a powerful quote or image.  </a:t>
            </a:r>
          </a:p>
        </p:txBody>
      </p:sp>
      <p:sp>
        <p:nvSpPr>
          <p:cNvPr id="4" name="Slide Number Placeholder 3"/>
          <p:cNvSpPr>
            <a:spLocks noGrp="1"/>
          </p:cNvSpPr>
          <p:nvPr>
            <p:ph type="sldNum" sz="quarter" idx="10"/>
          </p:nvPr>
        </p:nvSpPr>
        <p:spPr/>
        <p:txBody>
          <a:bodyPr/>
          <a:lstStyle/>
          <a:p>
            <a:fld id="{E6AEB063-7F11-4E3B-BA52-07405B1C2D95}" type="slidenum">
              <a:rPr lang="en-US" smtClean="0"/>
              <a:t>8</a:t>
            </a:fld>
            <a:endParaRPr lang="en-US" dirty="0"/>
          </a:p>
        </p:txBody>
      </p:sp>
    </p:spTree>
    <p:extLst>
      <p:ext uri="{BB962C8B-B14F-4D97-AF65-F5344CB8AC3E}">
        <p14:creationId xmlns:p14="http://schemas.microsoft.com/office/powerpoint/2010/main" val="290625760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381388F-6D01-4763-9497-2C5F78AF5477}"/>
              </a:ext>
            </a:extLst>
          </p:cNvPr>
          <p:cNvSpPr/>
          <p:nvPr userDrawn="1"/>
        </p:nvSpPr>
        <p:spPr>
          <a:xfrm>
            <a:off x="0" y="4818185"/>
            <a:ext cx="12192000" cy="203981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Freeform 6"/>
          <p:cNvSpPr/>
          <p:nvPr/>
        </p:nvSpPr>
        <p:spPr bwMode="ltGray">
          <a:xfrm>
            <a:off x="0" y="-3175"/>
            <a:ext cx="12192000" cy="5203825"/>
          </a:xfrm>
          <a:custGeom>
            <a:avLst/>
            <a:gdLst/>
            <a:ahLst/>
            <a:cxnLst/>
            <a:rect l="0" t="0" r="r" b="b"/>
            <a:pathLst>
              <a:path w="5760" h="3278">
                <a:moveTo>
                  <a:pt x="5760" y="0"/>
                </a:moveTo>
                <a:lnTo>
                  <a:pt x="0" y="0"/>
                </a:lnTo>
                <a:lnTo>
                  <a:pt x="0" y="3090"/>
                </a:lnTo>
                <a:lnTo>
                  <a:pt x="943" y="3090"/>
                </a:lnTo>
                <a:lnTo>
                  <a:pt x="1123" y="3270"/>
                </a:lnTo>
                <a:lnTo>
                  <a:pt x="1123" y="3270"/>
                </a:lnTo>
                <a:lnTo>
                  <a:pt x="1127" y="3272"/>
                </a:lnTo>
                <a:lnTo>
                  <a:pt x="1133" y="3275"/>
                </a:lnTo>
                <a:lnTo>
                  <a:pt x="1139" y="3278"/>
                </a:lnTo>
                <a:lnTo>
                  <a:pt x="1144" y="3278"/>
                </a:lnTo>
                <a:lnTo>
                  <a:pt x="1150" y="3278"/>
                </a:lnTo>
                <a:lnTo>
                  <a:pt x="1155" y="3275"/>
                </a:lnTo>
                <a:lnTo>
                  <a:pt x="1161" y="3272"/>
                </a:lnTo>
                <a:lnTo>
                  <a:pt x="1165" y="3270"/>
                </a:lnTo>
                <a:lnTo>
                  <a:pt x="1345" y="3090"/>
                </a:lnTo>
                <a:lnTo>
                  <a:pt x="5760" y="3090"/>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2" name="Title 1"/>
          <p:cNvSpPr>
            <a:spLocks noGrp="1"/>
          </p:cNvSpPr>
          <p:nvPr>
            <p:ph type="ctrTitle"/>
          </p:nvPr>
        </p:nvSpPr>
        <p:spPr>
          <a:xfrm>
            <a:off x="810001" y="1449147"/>
            <a:ext cx="10572000" cy="2971051"/>
          </a:xfrm>
        </p:spPr>
        <p:txBody>
          <a:bodyPr/>
          <a:lstStyle>
            <a:lvl1pPr algn="ctr">
              <a:defRPr sz="5400" b="0"/>
            </a:lvl1pPr>
          </a:lstStyle>
          <a:p>
            <a:r>
              <a:rPr lang="en-US" noProof="0"/>
              <a:t>Click to edit Master title style</a:t>
            </a:r>
          </a:p>
        </p:txBody>
      </p:sp>
      <p:sp>
        <p:nvSpPr>
          <p:cNvPr id="3" name="Subtitle 2"/>
          <p:cNvSpPr>
            <a:spLocks noGrp="1"/>
          </p:cNvSpPr>
          <p:nvPr>
            <p:ph type="subTitle" idx="1"/>
          </p:nvPr>
        </p:nvSpPr>
        <p:spPr>
          <a:xfrm>
            <a:off x="810001" y="5280847"/>
            <a:ext cx="10572000" cy="434974"/>
          </a:xfrm>
        </p:spPr>
        <p:txBody>
          <a:bodyPr anchor="t">
            <a:noAutofit/>
          </a:bodyPr>
          <a:lstStyle>
            <a:lvl1pPr marL="0" indent="0" algn="ctr">
              <a:buNone/>
              <a:defRPr sz="24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a:t>Click to edit Master subtitle style</a:t>
            </a:r>
          </a:p>
        </p:txBody>
      </p:sp>
      <p:sp>
        <p:nvSpPr>
          <p:cNvPr id="4" name="Date Placeholder 3"/>
          <p:cNvSpPr>
            <a:spLocks noGrp="1"/>
          </p:cNvSpPr>
          <p:nvPr>
            <p:ph type="dt" sz="half" idx="10"/>
          </p:nvPr>
        </p:nvSpPr>
        <p:spPr/>
        <p:txBody>
          <a:bodyPr/>
          <a:lstStyle/>
          <a:p>
            <a:fld id="{FB7F6C47-B260-4BB6-8230-7D14D5CDE026}" type="datetimeFigureOut">
              <a:rPr lang="en-US" noProof="0" smtClean="0"/>
              <a:t>11/20/2025</a:t>
            </a:fld>
            <a:endParaRPr lang="en-US" noProof="0" dirty="0"/>
          </a:p>
        </p:txBody>
      </p:sp>
      <p:sp>
        <p:nvSpPr>
          <p:cNvPr id="5" name="Footer Placeholder 4"/>
          <p:cNvSpPr>
            <a:spLocks noGrp="1"/>
          </p:cNvSpPr>
          <p:nvPr>
            <p:ph type="ftr" sz="quarter" idx="11"/>
          </p:nvPr>
        </p:nvSpPr>
        <p:spPr/>
        <p:txBody>
          <a:bodyPr/>
          <a:lstStyle/>
          <a:p>
            <a:r>
              <a:rPr lang="en-US" noProof="0" dirty="0"/>
              <a:t>Add a footer </a:t>
            </a:r>
          </a:p>
        </p:txBody>
      </p:sp>
      <p:sp>
        <p:nvSpPr>
          <p:cNvPr id="6" name="Slide Number Placeholder 5"/>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7743267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8"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2" name="Title 1"/>
          <p:cNvSpPr>
            <a:spLocks noGrp="1"/>
          </p:cNvSpPr>
          <p:nvPr>
            <p:ph type="title"/>
          </p:nvPr>
        </p:nvSpPr>
        <p:spPr/>
        <p:txBody>
          <a:bodyPr anchor="ctr" anchorCtr="0"/>
          <a:lstStyle>
            <a:lvl1pPr>
              <a:defRPr b="0"/>
            </a:lvl1pPr>
          </a:lstStyle>
          <a:p>
            <a:r>
              <a:rPr lang="en-US"/>
              <a:t>Click to edit Master title style</a:t>
            </a:r>
            <a:endParaRPr lang="en-US" dirty="0"/>
          </a:p>
        </p:txBody>
      </p:sp>
      <p:sp>
        <p:nvSpPr>
          <p:cNvPr id="4" name="Content Placeholder 3"/>
          <p:cNvSpPr>
            <a:spLocks noGrp="1"/>
          </p:cNvSpPr>
          <p:nvPr>
            <p:ph sz="half" idx="2"/>
          </p:nvPr>
        </p:nvSpPr>
        <p:spPr>
          <a:xfrm>
            <a:off x="6187415" y="2222287"/>
            <a:ext cx="5194583" cy="3638764"/>
          </a:xfrm>
          <a:noFill/>
          <a:ln w="25400">
            <a:gradFill>
              <a:gsLst>
                <a:gs pos="50000">
                  <a:schemeClr val="bg2"/>
                </a:gs>
                <a:gs pos="0">
                  <a:schemeClr val="bg2"/>
                </a:gs>
                <a:gs pos="100000">
                  <a:schemeClr val="accent1"/>
                </a:gs>
              </a:gsLst>
              <a:lin ang="5400000" scaled="1"/>
            </a:gradFill>
          </a:ln>
          <a:effectLst>
            <a:outerShdw blurRad="63500" sx="102000" sy="102000" algn="ctr" rotWithShape="0">
              <a:prstClr val="black">
                <a:alpha val="40000"/>
              </a:prstClr>
            </a:outerShdw>
          </a:effectLst>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2">
            <a:extLst>
              <a:ext uri="{FF2B5EF4-FFF2-40B4-BE49-F238E27FC236}">
                <a16:creationId xmlns:a16="http://schemas.microsoft.com/office/drawing/2014/main" id="{2A4059F8-A688-4FFE-AA79-3B6D811FA987}"/>
              </a:ext>
            </a:extLst>
          </p:cNvPr>
          <p:cNvSpPr>
            <a:spLocks noGrp="1"/>
          </p:cNvSpPr>
          <p:nvPr>
            <p:ph sz="half" idx="1"/>
          </p:nvPr>
        </p:nvSpPr>
        <p:spPr>
          <a:xfrm>
            <a:off x="838200" y="2222287"/>
            <a:ext cx="5181600" cy="363876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FC3AB4A3-AE75-4D00-9BE1-AF3996C6B77E}"/>
              </a:ext>
            </a:extLst>
          </p:cNvPr>
          <p:cNvSpPr>
            <a:spLocks noGrp="1"/>
          </p:cNvSpPr>
          <p:nvPr>
            <p:ph type="dt" sz="half" idx="10"/>
          </p:nvPr>
        </p:nvSpPr>
        <p:spPr/>
        <p:txBody>
          <a:bodyPr/>
          <a:lstStyle/>
          <a:p>
            <a:fld id="{FB7F6C47-B260-4BB6-8230-7D14D5CDE026}" type="datetimeFigureOut">
              <a:rPr lang="en-US" noProof="0" smtClean="0"/>
              <a:t>11/20/2025</a:t>
            </a:fld>
            <a:endParaRPr lang="en-US" noProof="0" dirty="0"/>
          </a:p>
        </p:txBody>
      </p:sp>
      <p:sp>
        <p:nvSpPr>
          <p:cNvPr id="10" name="Footer Placeholder 9">
            <a:extLst>
              <a:ext uri="{FF2B5EF4-FFF2-40B4-BE49-F238E27FC236}">
                <a16:creationId xmlns:a16="http://schemas.microsoft.com/office/drawing/2014/main" id="{9471F3C4-BAAF-4391-B574-8E340EDA39E9}"/>
              </a:ext>
            </a:extLst>
          </p:cNvPr>
          <p:cNvSpPr>
            <a:spLocks noGrp="1"/>
          </p:cNvSpPr>
          <p:nvPr>
            <p:ph type="ftr" sz="quarter" idx="11"/>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FB8DD71F-FEC6-4AB5-974A-FD2B82A7BEE5}"/>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3649104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Section Content Only ">
    <p:spTree>
      <p:nvGrpSpPr>
        <p:cNvPr id="1" name=""/>
        <p:cNvGrpSpPr/>
        <p:nvPr/>
      </p:nvGrpSpPr>
      <p:grpSpPr>
        <a:xfrm>
          <a:off x="0" y="0"/>
          <a:ext cx="0" cy="0"/>
          <a:chOff x="0" y="0"/>
          <a:chExt cx="0" cy="0"/>
        </a:xfrm>
      </p:grpSpPr>
      <p:sp>
        <p:nvSpPr>
          <p:cNvPr id="10" name="Freeform 7"/>
          <p:cNvSpPr/>
          <p:nvPr/>
        </p:nvSpPr>
        <p:spPr bwMode="ltGray">
          <a:xfrm>
            <a:off x="0" y="1"/>
            <a:ext cx="12192000" cy="6251330"/>
          </a:xfrm>
          <a:custGeom>
            <a:avLst/>
            <a:gdLst/>
            <a:ahLst/>
            <a:cxnLst/>
            <a:rect l="0" t="0" r="r" b="b"/>
            <a:pathLst>
              <a:path w="5760" h="3278">
                <a:moveTo>
                  <a:pt x="0" y="0"/>
                </a:moveTo>
                <a:lnTo>
                  <a:pt x="5760" y="0"/>
                </a:lnTo>
                <a:lnTo>
                  <a:pt x="5760" y="3090"/>
                </a:lnTo>
                <a:lnTo>
                  <a:pt x="4817" y="3090"/>
                </a:lnTo>
                <a:lnTo>
                  <a:pt x="4637" y="3270"/>
                </a:lnTo>
                <a:lnTo>
                  <a:pt x="4637" y="3270"/>
                </a:lnTo>
                <a:lnTo>
                  <a:pt x="4633" y="3272"/>
                </a:lnTo>
                <a:lnTo>
                  <a:pt x="4627" y="3275"/>
                </a:lnTo>
                <a:lnTo>
                  <a:pt x="4621" y="3278"/>
                </a:lnTo>
                <a:lnTo>
                  <a:pt x="4616" y="3278"/>
                </a:lnTo>
                <a:lnTo>
                  <a:pt x="4610" y="3278"/>
                </a:lnTo>
                <a:lnTo>
                  <a:pt x="4605" y="3275"/>
                </a:lnTo>
                <a:lnTo>
                  <a:pt x="4599" y="3272"/>
                </a:lnTo>
                <a:lnTo>
                  <a:pt x="4595" y="3270"/>
                </a:lnTo>
                <a:lnTo>
                  <a:pt x="4415" y="3090"/>
                </a:lnTo>
                <a:lnTo>
                  <a:pt x="0" y="3090"/>
                </a:lnTo>
                <a:lnTo>
                  <a:pt x="0" y="0"/>
                </a:lnTo>
                <a:lnTo>
                  <a:pt x="0" y="0"/>
                </a:lnTo>
                <a:close/>
              </a:path>
            </a:pathLst>
          </a:custGeom>
          <a:ln>
            <a:headEnd/>
            <a:tailEnd/>
          </a:ln>
          <a:effectLst>
            <a:innerShdw blurRad="63500" dist="50800" dir="5400000">
              <a:prstClr val="black">
                <a:alpha val="50000"/>
              </a:prstClr>
            </a:innerShdw>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2" name="Title 1"/>
          <p:cNvSpPr>
            <a:spLocks noGrp="1"/>
          </p:cNvSpPr>
          <p:nvPr>
            <p:ph type="title"/>
          </p:nvPr>
        </p:nvSpPr>
        <p:spPr>
          <a:xfrm>
            <a:off x="451514" y="451513"/>
            <a:ext cx="11288972" cy="5149187"/>
          </a:xfrm>
        </p:spPr>
        <p:txBody>
          <a:bodyPr anchor="ctr" anchorCtr="0"/>
          <a:lstStyle>
            <a:lvl1pPr algn="ctr">
              <a:defRPr sz="4800" b="0" cap="none"/>
            </a:lvl1p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C740B6DF-7478-4740-A710-DA5E9EBA7CBF}"/>
              </a:ext>
            </a:extLst>
          </p:cNvPr>
          <p:cNvSpPr>
            <a:spLocks noGrp="1"/>
          </p:cNvSpPr>
          <p:nvPr>
            <p:ph type="dt" sz="half" idx="10"/>
          </p:nvPr>
        </p:nvSpPr>
        <p:spPr/>
        <p:txBody>
          <a:bodyPr/>
          <a:lstStyle/>
          <a:p>
            <a:fld id="{FB7F6C47-B260-4BB6-8230-7D14D5CDE026}" type="datetimeFigureOut">
              <a:rPr lang="en-US" noProof="0" smtClean="0"/>
              <a:t>11/20/2025</a:t>
            </a:fld>
            <a:endParaRPr lang="en-US" noProof="0" dirty="0"/>
          </a:p>
        </p:txBody>
      </p:sp>
      <p:sp>
        <p:nvSpPr>
          <p:cNvPr id="7" name="Footer Placeholder 6">
            <a:extLst>
              <a:ext uri="{FF2B5EF4-FFF2-40B4-BE49-F238E27FC236}">
                <a16:creationId xmlns:a16="http://schemas.microsoft.com/office/drawing/2014/main" id="{42D89951-67E9-4086-AED0-C236A00A5330}"/>
              </a:ext>
            </a:extLst>
          </p:cNvPr>
          <p:cNvSpPr>
            <a:spLocks noGrp="1"/>
          </p:cNvSpPr>
          <p:nvPr>
            <p:ph type="ftr" sz="quarter" idx="11"/>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38553809-8746-49E3-BCB5-0A9FF406C30C}"/>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9731931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wo Content">
    <p:spTree>
      <p:nvGrpSpPr>
        <p:cNvPr id="1" name=""/>
        <p:cNvGrpSpPr/>
        <p:nvPr/>
      </p:nvGrpSpPr>
      <p:grpSpPr>
        <a:xfrm>
          <a:off x="0" y="0"/>
          <a:ext cx="0" cy="0"/>
          <a:chOff x="0" y="0"/>
          <a:chExt cx="0" cy="0"/>
        </a:xfrm>
      </p:grpSpPr>
      <p:sp>
        <p:nvSpPr>
          <p:cNvPr id="8" name="Freeform 6"/>
          <p:cNvSpPr/>
          <p:nvPr/>
        </p:nvSpPr>
        <p:spPr bwMode="ltGray">
          <a:xfrm flipH="1">
            <a:off x="12699" y="0"/>
            <a:ext cx="6004585" cy="2041975"/>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81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2" name="Title 1"/>
          <p:cNvSpPr>
            <a:spLocks noGrp="1"/>
          </p:cNvSpPr>
          <p:nvPr>
            <p:ph type="title"/>
          </p:nvPr>
        </p:nvSpPr>
        <p:spPr>
          <a:xfrm>
            <a:off x="451514" y="375313"/>
            <a:ext cx="5114017" cy="1139895"/>
          </a:xfrm>
        </p:spPr>
        <p:txBody>
          <a:bodyPr/>
          <a:lstStyle>
            <a:lvl1pPr algn="l">
              <a:defRPr b="0"/>
            </a:lvl1pPr>
          </a:lstStyle>
          <a:p>
            <a:r>
              <a:rPr lang="en-US"/>
              <a:t>Click to edit Master title style</a:t>
            </a:r>
            <a:endParaRPr lang="en-US" dirty="0"/>
          </a:p>
        </p:txBody>
      </p:sp>
      <p:sp>
        <p:nvSpPr>
          <p:cNvPr id="3" name="Content Placeholder 2"/>
          <p:cNvSpPr>
            <a:spLocks noGrp="1"/>
          </p:cNvSpPr>
          <p:nvPr>
            <p:ph sz="half" idx="1"/>
          </p:nvPr>
        </p:nvSpPr>
        <p:spPr>
          <a:xfrm>
            <a:off x="451514" y="2222287"/>
            <a:ext cx="5553071" cy="3638763"/>
          </a:xfrm>
          <a:ln w="25400">
            <a:gradFill>
              <a:gsLst>
                <a:gs pos="0">
                  <a:schemeClr val="bg2"/>
                </a:gs>
                <a:gs pos="50000">
                  <a:srgbClr val="4A3030"/>
                </a:gs>
                <a:gs pos="100000">
                  <a:schemeClr val="accent1"/>
                </a:gs>
              </a:gsLst>
              <a:lin ang="5400000" scaled="1"/>
            </a:gradFill>
          </a:ln>
          <a:effectLst>
            <a:outerShdw blurRad="63500" sx="102000" sy="102000" algn="ctr" rotWithShape="0">
              <a:prstClr val="black">
                <a:alpha val="40000"/>
              </a:prstClr>
            </a:outerShdw>
          </a:effectLst>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9">
            <a:extLst>
              <a:ext uri="{FF2B5EF4-FFF2-40B4-BE49-F238E27FC236}">
                <a16:creationId xmlns:a16="http://schemas.microsoft.com/office/drawing/2014/main" id="{C95D556F-51D2-4EF4-B60F-D319BF232882}"/>
              </a:ext>
            </a:extLst>
          </p:cNvPr>
          <p:cNvSpPr>
            <a:spLocks noGrp="1"/>
          </p:cNvSpPr>
          <p:nvPr>
            <p:ph sz="quarter" idx="13"/>
          </p:nvPr>
        </p:nvSpPr>
        <p:spPr>
          <a:xfrm>
            <a:off x="6456099" y="375312"/>
            <a:ext cx="5186363" cy="5485737"/>
          </a:xfrm>
        </p:spPr>
        <p:txBody>
          <a:bodyPr anchor="t" anchorCtr="0">
            <a:normAutofit/>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63F86C4-C3A0-4CA8-8809-1D90DE9E4D4F}"/>
              </a:ext>
            </a:extLst>
          </p:cNvPr>
          <p:cNvSpPr>
            <a:spLocks noGrp="1"/>
          </p:cNvSpPr>
          <p:nvPr>
            <p:ph type="dt" sz="half" idx="14"/>
          </p:nvPr>
        </p:nvSpPr>
        <p:spPr/>
        <p:txBody>
          <a:bodyPr/>
          <a:lstStyle/>
          <a:p>
            <a:fld id="{FB7F6C47-B260-4BB6-8230-7D14D5CDE026}" type="datetimeFigureOut">
              <a:rPr lang="en-US" noProof="0" smtClean="0"/>
              <a:t>11/20/2025</a:t>
            </a:fld>
            <a:endParaRPr lang="en-US" noProof="0" dirty="0"/>
          </a:p>
        </p:txBody>
      </p:sp>
      <p:sp>
        <p:nvSpPr>
          <p:cNvPr id="10" name="Footer Placeholder 9">
            <a:extLst>
              <a:ext uri="{FF2B5EF4-FFF2-40B4-BE49-F238E27FC236}">
                <a16:creationId xmlns:a16="http://schemas.microsoft.com/office/drawing/2014/main" id="{EDD26EA8-C9F2-49A7-8F7B-A782D30B827A}"/>
              </a:ext>
            </a:extLst>
          </p:cNvPr>
          <p:cNvSpPr>
            <a:spLocks noGrp="1"/>
          </p:cNvSpPr>
          <p:nvPr>
            <p:ph type="ftr" sz="quarter" idx="15"/>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241DD2E8-07A6-430F-A2FB-E2746C9352D4}"/>
              </a:ext>
            </a:extLst>
          </p:cNvPr>
          <p:cNvSpPr>
            <a:spLocks noGrp="1"/>
          </p:cNvSpPr>
          <p:nvPr>
            <p:ph type="sldNum" sz="quarter" idx="16"/>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5446428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2_Two Content">
    <p:spTree>
      <p:nvGrpSpPr>
        <p:cNvPr id="1" name=""/>
        <p:cNvGrpSpPr/>
        <p:nvPr/>
      </p:nvGrpSpPr>
      <p:grpSpPr>
        <a:xfrm>
          <a:off x="0" y="0"/>
          <a:ext cx="0" cy="0"/>
          <a:chOff x="0" y="0"/>
          <a:chExt cx="0" cy="0"/>
        </a:xfrm>
      </p:grpSpPr>
      <p:sp>
        <p:nvSpPr>
          <p:cNvPr id="8" name="Freeform 6"/>
          <p:cNvSpPr/>
          <p:nvPr/>
        </p:nvSpPr>
        <p:spPr bwMode="ltGray">
          <a:xfrm flipH="1">
            <a:off x="6187414" y="0"/>
            <a:ext cx="6004583" cy="2041975"/>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27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2" name="Title 1"/>
          <p:cNvSpPr>
            <a:spLocks noGrp="1"/>
          </p:cNvSpPr>
          <p:nvPr>
            <p:ph type="title"/>
          </p:nvPr>
        </p:nvSpPr>
        <p:spPr>
          <a:xfrm>
            <a:off x="6632696" y="359551"/>
            <a:ext cx="5114017" cy="1139895"/>
          </a:xfrm>
        </p:spPr>
        <p:txBody>
          <a:bodyPr/>
          <a:lstStyle>
            <a:lvl1pPr algn="l">
              <a:defRPr b="0"/>
            </a:lvl1pPr>
          </a:lstStyle>
          <a:p>
            <a:r>
              <a:rPr lang="en-US"/>
              <a:t>Click to edit Master title style</a:t>
            </a:r>
            <a:endParaRPr lang="en-US" dirty="0"/>
          </a:p>
        </p:txBody>
      </p:sp>
      <p:sp>
        <p:nvSpPr>
          <p:cNvPr id="3" name="Content Placeholder 2"/>
          <p:cNvSpPr>
            <a:spLocks noGrp="1"/>
          </p:cNvSpPr>
          <p:nvPr>
            <p:ph sz="half" idx="1" hasCustomPrompt="1"/>
          </p:nvPr>
        </p:nvSpPr>
        <p:spPr>
          <a:xfrm>
            <a:off x="451514" y="451513"/>
            <a:ext cx="5553071" cy="5409537"/>
          </a:xfrm>
        </p:spPr>
        <p:txBody>
          <a:bodyPr anchor="t" anchorCtr="0">
            <a:normAutofit/>
          </a:bodyPr>
          <a:lstStyle>
            <a:lvl1pPr>
              <a:defRPr sz="2800"/>
            </a:lvl1pPr>
            <a:lvl2pPr>
              <a:defRPr sz="2800"/>
            </a:lvl2pPr>
            <a:lvl3pPr>
              <a:defRPr sz="2800"/>
            </a:lvl3pPr>
            <a:lvl4pPr>
              <a:defRPr sz="2800"/>
            </a:lvl4pPr>
            <a:lvl5pPr>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354563" y="2222287"/>
            <a:ext cx="5553071" cy="3638764"/>
          </a:xfrm>
          <a:ln>
            <a:gradFill>
              <a:gsLst>
                <a:gs pos="0">
                  <a:schemeClr val="bg2"/>
                </a:gs>
                <a:gs pos="50000">
                  <a:schemeClr val="bg2"/>
                </a:gs>
                <a:gs pos="100000">
                  <a:schemeClr val="accent1"/>
                </a:gs>
              </a:gsLst>
              <a:lin ang="5400000" scaled="1"/>
            </a:gradFill>
          </a:ln>
          <a:effectLst>
            <a:outerShdw blurRad="63500" sx="102000" sy="102000" algn="ctr" rotWithShape="0">
              <a:prstClr val="black">
                <a:alpha val="40000"/>
              </a:prstClr>
            </a:outerShdw>
          </a:effectLst>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Date Placeholder 8">
            <a:extLst>
              <a:ext uri="{FF2B5EF4-FFF2-40B4-BE49-F238E27FC236}">
                <a16:creationId xmlns:a16="http://schemas.microsoft.com/office/drawing/2014/main" id="{82940641-87D1-48C5-879E-8A5FBA537AFD}"/>
              </a:ext>
            </a:extLst>
          </p:cNvPr>
          <p:cNvSpPr>
            <a:spLocks noGrp="1"/>
          </p:cNvSpPr>
          <p:nvPr>
            <p:ph type="dt" sz="half" idx="10"/>
          </p:nvPr>
        </p:nvSpPr>
        <p:spPr/>
        <p:txBody>
          <a:bodyPr/>
          <a:lstStyle/>
          <a:p>
            <a:fld id="{FB7F6C47-B260-4BB6-8230-7D14D5CDE026}" type="datetimeFigureOut">
              <a:rPr lang="en-US" noProof="0" smtClean="0"/>
              <a:t>11/20/2025</a:t>
            </a:fld>
            <a:endParaRPr lang="en-US" noProof="0" dirty="0"/>
          </a:p>
        </p:txBody>
      </p:sp>
      <p:sp>
        <p:nvSpPr>
          <p:cNvPr id="10" name="Footer Placeholder 9">
            <a:extLst>
              <a:ext uri="{FF2B5EF4-FFF2-40B4-BE49-F238E27FC236}">
                <a16:creationId xmlns:a16="http://schemas.microsoft.com/office/drawing/2014/main" id="{DBFA68A8-3A7A-430B-9A66-482C28DC5A76}"/>
              </a:ext>
            </a:extLst>
          </p:cNvPr>
          <p:cNvSpPr>
            <a:spLocks noGrp="1"/>
          </p:cNvSpPr>
          <p:nvPr>
            <p:ph type="ftr" sz="quarter" idx="11"/>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96C17F98-4E3F-4327-8CCF-D13C337121AC}"/>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6870313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B2B99B50-4971-48A5-8202-4CC55C7F97A2}"/>
              </a:ext>
            </a:extLst>
          </p:cNvPr>
          <p:cNvSpPr>
            <a:spLocks noGrp="1"/>
          </p:cNvSpPr>
          <p:nvPr>
            <p:ph type="pic" idx="1"/>
          </p:nvPr>
        </p:nvSpPr>
        <p:spPr>
          <a:xfrm>
            <a:off x="6096000" y="0"/>
            <a:ext cx="6096000" cy="6857999"/>
          </a:xfrm>
          <a:custGeom>
            <a:avLst/>
            <a:gdLst>
              <a:gd name="connsiteX0" fmla="*/ 404916 w 6526400"/>
              <a:gd name="connsiteY0" fmla="*/ 0 h 6857999"/>
              <a:gd name="connsiteX1" fmla="*/ 1425163 w 6526400"/>
              <a:gd name="connsiteY1" fmla="*/ 0 h 6857999"/>
              <a:gd name="connsiteX2" fmla="*/ 2955534 w 6526400"/>
              <a:gd name="connsiteY2" fmla="*/ 0 h 6857999"/>
              <a:gd name="connsiteX3" fmla="*/ 6526400 w 6526400"/>
              <a:gd name="connsiteY3" fmla="*/ 0 h 6857999"/>
              <a:gd name="connsiteX4" fmla="*/ 6526400 w 6526400"/>
              <a:gd name="connsiteY4" fmla="*/ 6857999 h 6857999"/>
              <a:gd name="connsiteX5" fmla="*/ 404916 w 6526400"/>
              <a:gd name="connsiteY5" fmla="*/ 6857999 h 6857999"/>
              <a:gd name="connsiteX6" fmla="*/ 377830 w 6526400"/>
              <a:gd name="connsiteY6" fmla="*/ 2463800 h 6857999"/>
              <a:gd name="connsiteX7" fmla="*/ 0 w 6526400"/>
              <a:gd name="connsiteY7" fmla="*/ 2203407 h 6857999"/>
              <a:gd name="connsiteX8" fmla="*/ 391373 w 6526400"/>
              <a:gd name="connsiteY8" fmla="*/ 1854200 h 6857999"/>
              <a:gd name="connsiteX9" fmla="*/ 404916 w 6526400"/>
              <a:gd name="connsiteY9" fmla="*/ 0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526400" h="6857999">
                <a:moveTo>
                  <a:pt x="404916" y="0"/>
                </a:moveTo>
                <a:lnTo>
                  <a:pt x="1425163" y="0"/>
                </a:lnTo>
                <a:lnTo>
                  <a:pt x="2955534" y="0"/>
                </a:lnTo>
                <a:lnTo>
                  <a:pt x="6526400" y="0"/>
                </a:lnTo>
                <a:lnTo>
                  <a:pt x="6526400" y="6857999"/>
                </a:lnTo>
                <a:lnTo>
                  <a:pt x="404916" y="6857999"/>
                </a:lnTo>
                <a:lnTo>
                  <a:pt x="377830" y="2463800"/>
                </a:lnTo>
                <a:lnTo>
                  <a:pt x="0" y="2203407"/>
                </a:lnTo>
                <a:lnTo>
                  <a:pt x="391373" y="1854200"/>
                </a:lnTo>
                <a:cubicBezTo>
                  <a:pt x="395887" y="1282700"/>
                  <a:pt x="400402" y="571500"/>
                  <a:pt x="404916" y="0"/>
                </a:cubicBezTo>
                <a:close/>
              </a:path>
            </a:pathLst>
          </a:custGeom>
          <a:ln/>
          <a:effectLst>
            <a:innerShdw blurRad="63500" dist="50800" dir="2700000">
              <a:prstClr val="black">
                <a:alpha val="50000"/>
              </a:prstClr>
            </a:innerShdw>
          </a:effectLst>
        </p:spPr>
        <p:style>
          <a:lnRef idx="1">
            <a:schemeClr val="accent1"/>
          </a:lnRef>
          <a:fillRef idx="3">
            <a:schemeClr val="accent1"/>
          </a:fillRef>
          <a:effectRef idx="2">
            <a:schemeClr val="accent1"/>
          </a:effectRef>
          <a:fontRef idx="minor">
            <a:schemeClr val="lt1"/>
          </a:fontRef>
        </p:style>
        <p:txBody>
          <a:bodyPr wrap="square">
            <a:noAutofit/>
          </a:bodyPr>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2" name="Title 1"/>
          <p:cNvSpPr>
            <a:spLocks noGrp="1"/>
          </p:cNvSpPr>
          <p:nvPr>
            <p:ph type="title"/>
          </p:nvPr>
        </p:nvSpPr>
        <p:spPr>
          <a:xfrm>
            <a:off x="590396" y="311813"/>
            <a:ext cx="5334448" cy="1453488"/>
          </a:xfrm>
          <a:effectLst/>
        </p:spPr>
        <p:txBody>
          <a:bodyPr anchor="b">
            <a:normAutofit/>
          </a:bodyPr>
          <a:lstStyle>
            <a:lvl1pPr algn="l">
              <a:defRPr sz="4000" b="0">
                <a:ln>
                  <a:noFill/>
                </a:ln>
                <a:solidFill>
                  <a:schemeClr val="tx1"/>
                </a:solidFill>
                <a:effectLst/>
              </a:defRPr>
            </a:lvl1pPr>
          </a:lstStyle>
          <a:p>
            <a:r>
              <a:rPr lang="en-US"/>
              <a:t>Click to edit Master title style</a:t>
            </a:r>
            <a:endParaRPr lang="en-US" dirty="0"/>
          </a:p>
        </p:txBody>
      </p:sp>
      <p:sp>
        <p:nvSpPr>
          <p:cNvPr id="12" name="Text Placeholder 3">
            <a:extLst>
              <a:ext uri="{FF2B5EF4-FFF2-40B4-BE49-F238E27FC236}">
                <a16:creationId xmlns:a16="http://schemas.microsoft.com/office/drawing/2014/main" id="{EB4FB892-38DF-40F9-B034-BC1E61FC6BF0}"/>
              </a:ext>
            </a:extLst>
          </p:cNvPr>
          <p:cNvSpPr>
            <a:spLocks noGrp="1"/>
          </p:cNvSpPr>
          <p:nvPr>
            <p:ph type="body" sz="half" idx="2"/>
          </p:nvPr>
        </p:nvSpPr>
        <p:spPr>
          <a:xfrm>
            <a:off x="590396" y="2057400"/>
            <a:ext cx="5334448" cy="3811588"/>
          </a:xfrm>
        </p:spPr>
        <p:txBody>
          <a:bodyPr anchor="t">
            <a:normAutofit/>
          </a:bodyPr>
          <a:lstStyle>
            <a:lvl1pPr marL="0" indent="0">
              <a:buNone/>
              <a:defRPr sz="2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Date Placeholder 2">
            <a:extLst>
              <a:ext uri="{FF2B5EF4-FFF2-40B4-BE49-F238E27FC236}">
                <a16:creationId xmlns:a16="http://schemas.microsoft.com/office/drawing/2014/main" id="{5829ED24-3C5F-4326-A304-DBDBA6CE7E1A}"/>
              </a:ext>
            </a:extLst>
          </p:cNvPr>
          <p:cNvSpPr>
            <a:spLocks noGrp="1"/>
          </p:cNvSpPr>
          <p:nvPr>
            <p:ph type="dt" sz="half" idx="10"/>
          </p:nvPr>
        </p:nvSpPr>
        <p:spPr/>
        <p:txBody>
          <a:bodyPr/>
          <a:lstStyle/>
          <a:p>
            <a:fld id="{FB7F6C47-B260-4BB6-8230-7D14D5CDE026}" type="datetimeFigureOut">
              <a:rPr lang="en-US" noProof="0" smtClean="0"/>
              <a:t>11/20/2025</a:t>
            </a:fld>
            <a:endParaRPr lang="en-US" noProof="0" dirty="0"/>
          </a:p>
        </p:txBody>
      </p:sp>
      <p:sp>
        <p:nvSpPr>
          <p:cNvPr id="4" name="Footer Placeholder 3">
            <a:extLst>
              <a:ext uri="{FF2B5EF4-FFF2-40B4-BE49-F238E27FC236}">
                <a16:creationId xmlns:a16="http://schemas.microsoft.com/office/drawing/2014/main" id="{BF532AEE-3AAE-4FBF-969F-8A364CE8AEB6}"/>
              </a:ext>
            </a:extLst>
          </p:cNvPr>
          <p:cNvSpPr>
            <a:spLocks noGrp="1"/>
          </p:cNvSpPr>
          <p:nvPr>
            <p:ph type="ftr" sz="quarter" idx="11"/>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6717C1A8-7DBE-4E24-BCA1-D820D780B9C5}"/>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1973055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 Title and Content">
    <p:spTree>
      <p:nvGrpSpPr>
        <p:cNvPr id="1" name=""/>
        <p:cNvGrpSpPr/>
        <p:nvPr/>
      </p:nvGrpSpPr>
      <p:grpSpPr>
        <a:xfrm>
          <a:off x="0" y="0"/>
          <a:ext cx="0" cy="0"/>
          <a:chOff x="0" y="0"/>
          <a:chExt cx="0" cy="0"/>
        </a:xfrm>
      </p:grpSpPr>
      <p:sp>
        <p:nvSpPr>
          <p:cNvPr id="8"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2" name="Title 1"/>
          <p:cNvSpPr>
            <a:spLocks noGrp="1"/>
          </p:cNvSpPr>
          <p:nvPr>
            <p:ph type="title"/>
          </p:nvPr>
        </p:nvSpPr>
        <p:spPr/>
        <p:txBody>
          <a:bodyPr anchor="ctr" anchorCtr="0"/>
          <a:lstStyle>
            <a:lvl1pPr>
              <a:defRPr b="0"/>
            </a:lvl1pPr>
          </a:lstStyle>
          <a:p>
            <a:r>
              <a:rPr lang="en-US"/>
              <a:t>Click to edit Master title style</a:t>
            </a:r>
            <a:endParaRPr lang="en-US" dirty="0"/>
          </a:p>
        </p:txBody>
      </p:sp>
      <p:sp>
        <p:nvSpPr>
          <p:cNvPr id="4" name="Content Placeholder 3"/>
          <p:cNvSpPr>
            <a:spLocks noGrp="1"/>
          </p:cNvSpPr>
          <p:nvPr>
            <p:ph sz="half" idx="2" hasCustomPrompt="1"/>
          </p:nvPr>
        </p:nvSpPr>
        <p:spPr>
          <a:xfrm>
            <a:off x="810001" y="2222287"/>
            <a:ext cx="10571998" cy="3638764"/>
          </a:xfrm>
        </p:spPr>
        <p:txBody>
          <a:bodyPr>
            <a:normAutofit/>
          </a:bodyPr>
          <a:lstStyle>
            <a:lvl1pPr>
              <a:defRPr sz="2800"/>
            </a:lvl1pPr>
            <a:lvl2pPr>
              <a:defRPr sz="2800"/>
            </a:lvl2pPr>
            <a:lvl3pPr>
              <a:defRPr sz="2800"/>
            </a:lvl3pPr>
            <a:lvl4pPr>
              <a:defRPr sz="2800"/>
            </a:lvl4pPr>
            <a:lvl5pPr>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20466CE2-DFEE-46B8-AFB2-817272E3B703}"/>
              </a:ext>
            </a:extLst>
          </p:cNvPr>
          <p:cNvSpPr>
            <a:spLocks noGrp="1"/>
          </p:cNvSpPr>
          <p:nvPr>
            <p:ph type="dt" sz="half" idx="10"/>
          </p:nvPr>
        </p:nvSpPr>
        <p:spPr/>
        <p:txBody>
          <a:bodyPr/>
          <a:lstStyle/>
          <a:p>
            <a:fld id="{FB7F6C47-B260-4BB6-8230-7D14D5CDE026}" type="datetimeFigureOut">
              <a:rPr lang="en-US" noProof="0" smtClean="0"/>
              <a:t>11/20/2025</a:t>
            </a:fld>
            <a:endParaRPr lang="en-US" noProof="0" dirty="0"/>
          </a:p>
        </p:txBody>
      </p:sp>
      <p:sp>
        <p:nvSpPr>
          <p:cNvPr id="9" name="Footer Placeholder 8">
            <a:extLst>
              <a:ext uri="{FF2B5EF4-FFF2-40B4-BE49-F238E27FC236}">
                <a16:creationId xmlns:a16="http://schemas.microsoft.com/office/drawing/2014/main" id="{27E9A94A-136A-4208-8F98-012BDAC1A23C}"/>
              </a:ext>
            </a:extLst>
          </p:cNvPr>
          <p:cNvSpPr>
            <a:spLocks noGrp="1"/>
          </p:cNvSpPr>
          <p:nvPr>
            <p:ph type="ftr" sz="quarter" idx="11"/>
          </p:nvPr>
        </p:nvSpPr>
        <p:spPr/>
        <p:txBody>
          <a:bodyPr/>
          <a:lstStyle/>
          <a:p>
            <a:r>
              <a:rPr lang="en-US" noProof="0" dirty="0"/>
              <a:t>Add a footer</a:t>
            </a:r>
          </a:p>
        </p:txBody>
      </p:sp>
      <p:sp>
        <p:nvSpPr>
          <p:cNvPr id="10" name="Slide Number Placeholder 9">
            <a:extLst>
              <a:ext uri="{FF2B5EF4-FFF2-40B4-BE49-F238E27FC236}">
                <a16:creationId xmlns:a16="http://schemas.microsoft.com/office/drawing/2014/main" id="{81459C8B-DA0F-4808-A642-40471D1D2C96}"/>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3376882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10000" y="4489884"/>
            <a:ext cx="10561418" cy="1426004"/>
          </a:xfrm>
        </p:spPr>
        <p:txBody>
          <a:bodyPr anchor="ctr" anchorCtr="0">
            <a:normAutofit/>
          </a:bodyPr>
          <a:lstStyle>
            <a:lvl1pPr algn="ctr">
              <a:defRPr sz="4000" b="0">
                <a:ln>
                  <a:noFill/>
                </a:ln>
                <a:solidFill>
                  <a:schemeClr val="tx1"/>
                </a:solidFill>
                <a:latin typeface="+mj-lt"/>
              </a:defRPr>
            </a:lvl1pPr>
          </a:lstStyle>
          <a:p>
            <a:r>
              <a:rPr lang="en-US"/>
              <a:t>Click to edit Master title style</a:t>
            </a:r>
            <a:endParaRPr lang="en-US" dirty="0"/>
          </a:p>
        </p:txBody>
      </p:sp>
      <p:sp>
        <p:nvSpPr>
          <p:cNvPr id="9" name="Content Placeholder 8">
            <a:extLst>
              <a:ext uri="{FF2B5EF4-FFF2-40B4-BE49-F238E27FC236}">
                <a16:creationId xmlns:a16="http://schemas.microsoft.com/office/drawing/2014/main" id="{EC1FEB3F-0898-4AE0-B8C4-970BF80A3766}"/>
              </a:ext>
            </a:extLst>
          </p:cNvPr>
          <p:cNvSpPr>
            <a:spLocks noGrp="1"/>
          </p:cNvSpPr>
          <p:nvPr>
            <p:ph sz="quarter" idx="14"/>
          </p:nvPr>
        </p:nvSpPr>
        <p:spPr bwMode="ltGray">
          <a:xfrm>
            <a:off x="-5291" y="-57584"/>
            <a:ext cx="12192000" cy="4851400"/>
          </a:xfrm>
          <a:custGeom>
            <a:avLst/>
            <a:gdLst>
              <a:gd name="connsiteX0" fmla="*/ 0 w 10561638"/>
              <a:gd name="connsiteY0" fmla="*/ 0 h 3937000"/>
              <a:gd name="connsiteX1" fmla="*/ 1760273 w 10561638"/>
              <a:gd name="connsiteY1" fmla="*/ 0 h 3937000"/>
              <a:gd name="connsiteX2" fmla="*/ 1760273 w 10561638"/>
              <a:gd name="connsiteY2" fmla="*/ 0 h 3937000"/>
              <a:gd name="connsiteX3" fmla="*/ 4400683 w 10561638"/>
              <a:gd name="connsiteY3" fmla="*/ 0 h 3937000"/>
              <a:gd name="connsiteX4" fmla="*/ 10561638 w 10561638"/>
              <a:gd name="connsiteY4" fmla="*/ 0 h 3937000"/>
              <a:gd name="connsiteX5" fmla="*/ 10561638 w 10561638"/>
              <a:gd name="connsiteY5" fmla="*/ 2296583 h 3937000"/>
              <a:gd name="connsiteX6" fmla="*/ 10561638 w 10561638"/>
              <a:gd name="connsiteY6" fmla="*/ 2296583 h 3937000"/>
              <a:gd name="connsiteX7" fmla="*/ 10561638 w 10561638"/>
              <a:gd name="connsiteY7" fmla="*/ 3280833 h 3937000"/>
              <a:gd name="connsiteX8" fmla="*/ 10561638 w 10561638"/>
              <a:gd name="connsiteY8" fmla="*/ 3937000 h 3937000"/>
              <a:gd name="connsiteX9" fmla="*/ 4400683 w 10561638"/>
              <a:gd name="connsiteY9" fmla="*/ 3937000 h 3937000"/>
              <a:gd name="connsiteX10" fmla="*/ 2077263 w 10561638"/>
              <a:gd name="connsiteY10" fmla="*/ 4251330 h 3937000"/>
              <a:gd name="connsiteX11" fmla="*/ 1760273 w 10561638"/>
              <a:gd name="connsiteY11" fmla="*/ 3937000 h 3937000"/>
              <a:gd name="connsiteX12" fmla="*/ 0 w 10561638"/>
              <a:gd name="connsiteY12" fmla="*/ 3937000 h 3937000"/>
              <a:gd name="connsiteX13" fmla="*/ 0 w 10561638"/>
              <a:gd name="connsiteY13" fmla="*/ 3280833 h 3937000"/>
              <a:gd name="connsiteX14" fmla="*/ 0 w 10561638"/>
              <a:gd name="connsiteY14" fmla="*/ 2296583 h 3937000"/>
              <a:gd name="connsiteX15" fmla="*/ 0 w 10561638"/>
              <a:gd name="connsiteY15" fmla="*/ 2296583 h 3937000"/>
              <a:gd name="connsiteX16" fmla="*/ 0 w 10561638"/>
              <a:gd name="connsiteY16" fmla="*/ 0 h 393700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482983 w 10561638"/>
              <a:gd name="connsiteY9" fmla="*/ 39751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343283 w 10561638"/>
              <a:gd name="connsiteY9" fmla="*/ 39878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343283 w 10561638"/>
              <a:gd name="connsiteY9" fmla="*/ 39624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343283 w 10561638"/>
              <a:gd name="connsiteY9" fmla="*/ 39243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561638" h="4251330">
                <a:moveTo>
                  <a:pt x="0" y="0"/>
                </a:moveTo>
                <a:lnTo>
                  <a:pt x="1760273" y="0"/>
                </a:lnTo>
                <a:lnTo>
                  <a:pt x="1760273" y="0"/>
                </a:lnTo>
                <a:lnTo>
                  <a:pt x="4400683" y="0"/>
                </a:lnTo>
                <a:lnTo>
                  <a:pt x="10561638" y="0"/>
                </a:lnTo>
                <a:lnTo>
                  <a:pt x="10561638" y="2296583"/>
                </a:lnTo>
                <a:lnTo>
                  <a:pt x="10561638" y="2296583"/>
                </a:lnTo>
                <a:lnTo>
                  <a:pt x="10561638" y="3280833"/>
                </a:lnTo>
                <a:lnTo>
                  <a:pt x="10561638" y="3937000"/>
                </a:lnTo>
                <a:lnTo>
                  <a:pt x="2343283" y="3924300"/>
                </a:lnTo>
                <a:lnTo>
                  <a:pt x="2077263" y="4251330"/>
                </a:lnTo>
                <a:lnTo>
                  <a:pt x="1760273" y="3937000"/>
                </a:lnTo>
                <a:lnTo>
                  <a:pt x="0" y="3937000"/>
                </a:lnTo>
                <a:lnTo>
                  <a:pt x="0" y="3280833"/>
                </a:lnTo>
                <a:lnTo>
                  <a:pt x="0" y="2296583"/>
                </a:lnTo>
                <a:lnTo>
                  <a:pt x="0" y="2296583"/>
                </a:lnTo>
                <a:lnTo>
                  <a:pt x="0" y="0"/>
                </a:lnTo>
                <a:close/>
              </a:path>
            </a:pathLst>
          </a:custGeom>
          <a:blipFill>
            <a:blip r:embed="rId2">
              <a:duotone>
                <a:schemeClr val="accent1">
                  <a:tint val="98000"/>
                  <a:lumMod val="102000"/>
                </a:schemeClr>
                <a:schemeClr val="accent1">
                  <a:shade val="98000"/>
                  <a:lumMod val="98000"/>
                </a:schemeClr>
              </a:duotone>
            </a:blip>
            <a:tile tx="0" ty="0" sx="100000" sy="100000" flip="none" algn="tl"/>
          </a:blipFill>
          <a:effectLst>
            <a:innerShdw blurRad="63500" dist="50800" dir="5400000">
              <a:prstClr val="black">
                <a:alpha val="50000"/>
              </a:prstClr>
            </a:innerShdw>
          </a:effectLst>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F1FE71A4-2AD7-44A1-9075-3AB1A226C1C2}"/>
              </a:ext>
            </a:extLst>
          </p:cNvPr>
          <p:cNvSpPr>
            <a:spLocks noGrp="1"/>
          </p:cNvSpPr>
          <p:nvPr>
            <p:ph type="dt" sz="half" idx="15"/>
          </p:nvPr>
        </p:nvSpPr>
        <p:spPr/>
        <p:txBody>
          <a:bodyPr/>
          <a:lstStyle/>
          <a:p>
            <a:fld id="{FB7F6C47-B260-4BB6-8230-7D14D5CDE026}" type="datetimeFigureOut">
              <a:rPr lang="en-US" noProof="0" smtClean="0"/>
              <a:t>11/20/2025</a:t>
            </a:fld>
            <a:endParaRPr lang="en-US" noProof="0" dirty="0"/>
          </a:p>
        </p:txBody>
      </p:sp>
      <p:sp>
        <p:nvSpPr>
          <p:cNvPr id="4" name="Footer Placeholder 3">
            <a:extLst>
              <a:ext uri="{FF2B5EF4-FFF2-40B4-BE49-F238E27FC236}">
                <a16:creationId xmlns:a16="http://schemas.microsoft.com/office/drawing/2014/main" id="{0F5F74D3-28C0-4AA1-8508-75D32DA3C2A0}"/>
              </a:ext>
            </a:extLst>
          </p:cNvPr>
          <p:cNvSpPr>
            <a:spLocks noGrp="1"/>
          </p:cNvSpPr>
          <p:nvPr>
            <p:ph type="ftr" sz="quarter" idx="16"/>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77D83112-B341-46D2-8B30-46DBC3DAE35A}"/>
              </a:ext>
            </a:extLst>
          </p:cNvPr>
          <p:cNvSpPr>
            <a:spLocks noGrp="1"/>
          </p:cNvSpPr>
          <p:nvPr>
            <p:ph type="sldNum" sz="quarter" idx="17"/>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3311174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11"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10000" y="447188"/>
            <a:ext cx="10571998" cy="970450"/>
          </a:xfrm>
        </p:spPr>
        <p:txBody>
          <a:bodyPr anchor="ctr" anchorCtr="0"/>
          <a:lstStyle>
            <a:lvl1pPr>
              <a:defRPr b="0"/>
            </a:lvl1pPr>
          </a:lstStyle>
          <a:p>
            <a:r>
              <a:rPr lang="en-US"/>
              <a:t>Click to edit Master title style</a:t>
            </a:r>
            <a:endParaRPr lang="en-US" dirty="0"/>
          </a:p>
        </p:txBody>
      </p:sp>
      <p:sp>
        <p:nvSpPr>
          <p:cNvPr id="3" name="Content Placeholder 2"/>
          <p:cNvSpPr>
            <a:spLocks noGrp="1"/>
          </p:cNvSpPr>
          <p:nvPr>
            <p:ph idx="1"/>
          </p:nvPr>
        </p:nvSpPr>
        <p:spPr>
          <a:xfrm>
            <a:off x="818712" y="2222287"/>
            <a:ext cx="10554574" cy="363651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913A633-0BBE-491F-94FD-A319FC7D2B1A}"/>
              </a:ext>
            </a:extLst>
          </p:cNvPr>
          <p:cNvSpPr>
            <a:spLocks noGrp="1"/>
          </p:cNvSpPr>
          <p:nvPr>
            <p:ph type="dt" sz="half" idx="10"/>
          </p:nvPr>
        </p:nvSpPr>
        <p:spPr/>
        <p:txBody>
          <a:bodyPr/>
          <a:lstStyle/>
          <a:p>
            <a:fld id="{FB7F6C47-B260-4BB6-8230-7D14D5CDE026}" type="datetimeFigureOut">
              <a:rPr lang="en-US" noProof="0" smtClean="0"/>
              <a:t>11/20/2025</a:t>
            </a:fld>
            <a:endParaRPr lang="en-US" noProof="0" dirty="0"/>
          </a:p>
        </p:txBody>
      </p:sp>
      <p:sp>
        <p:nvSpPr>
          <p:cNvPr id="8" name="Footer Placeholder 7">
            <a:extLst>
              <a:ext uri="{FF2B5EF4-FFF2-40B4-BE49-F238E27FC236}">
                <a16:creationId xmlns:a16="http://schemas.microsoft.com/office/drawing/2014/main" id="{9916FEDE-3F7F-4F2C-A341-BDA56AA7C2AC}"/>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0C1EE25F-3E3B-45D3-B259-498E69BF2D67}"/>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42402816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10" name="Freeform 7"/>
          <p:cNvSpPr/>
          <p:nvPr/>
        </p:nvSpPr>
        <p:spPr bwMode="ltGray">
          <a:xfrm>
            <a:off x="0" y="1"/>
            <a:ext cx="12192000" cy="5203825"/>
          </a:xfrm>
          <a:custGeom>
            <a:avLst/>
            <a:gdLst/>
            <a:ahLst/>
            <a:cxnLst/>
            <a:rect l="0" t="0" r="r" b="b"/>
            <a:pathLst>
              <a:path w="5760" h="3278">
                <a:moveTo>
                  <a:pt x="0" y="0"/>
                </a:moveTo>
                <a:lnTo>
                  <a:pt x="5760" y="0"/>
                </a:lnTo>
                <a:lnTo>
                  <a:pt x="5760" y="3090"/>
                </a:lnTo>
                <a:lnTo>
                  <a:pt x="4817" y="3090"/>
                </a:lnTo>
                <a:lnTo>
                  <a:pt x="4637" y="3270"/>
                </a:lnTo>
                <a:lnTo>
                  <a:pt x="4637" y="3270"/>
                </a:lnTo>
                <a:lnTo>
                  <a:pt x="4633" y="3272"/>
                </a:lnTo>
                <a:lnTo>
                  <a:pt x="4627" y="3275"/>
                </a:lnTo>
                <a:lnTo>
                  <a:pt x="4621" y="3278"/>
                </a:lnTo>
                <a:lnTo>
                  <a:pt x="4616" y="3278"/>
                </a:lnTo>
                <a:lnTo>
                  <a:pt x="4610" y="3278"/>
                </a:lnTo>
                <a:lnTo>
                  <a:pt x="4605" y="3275"/>
                </a:lnTo>
                <a:lnTo>
                  <a:pt x="4599" y="3272"/>
                </a:lnTo>
                <a:lnTo>
                  <a:pt x="4595" y="3270"/>
                </a:lnTo>
                <a:lnTo>
                  <a:pt x="4415" y="3090"/>
                </a:lnTo>
                <a:lnTo>
                  <a:pt x="0" y="3090"/>
                </a:lnTo>
                <a:lnTo>
                  <a:pt x="0" y="0"/>
                </a:lnTo>
                <a:lnTo>
                  <a:pt x="0" y="0"/>
                </a:lnTo>
                <a:close/>
              </a:path>
            </a:pathLst>
          </a:custGeom>
          <a:ln>
            <a:headEnd/>
            <a:tailEnd/>
          </a:ln>
          <a:effectLst>
            <a:innerShdw blurRad="63500" dist="50800" dir="5400000">
              <a:prstClr val="black">
                <a:alpha val="50000"/>
              </a:prstClr>
            </a:innerShdw>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10000" y="606669"/>
            <a:ext cx="10561418" cy="3813527"/>
          </a:xfrm>
        </p:spPr>
        <p:txBody>
          <a:bodyPr anchor="ctr" anchorCtr="0"/>
          <a:lstStyle>
            <a:lvl1pPr algn="ctr">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810000" y="5281201"/>
            <a:ext cx="10561418" cy="433955"/>
          </a:xfrm>
        </p:spPr>
        <p:txBody>
          <a:bodyPr anchor="ctr" anchorCtr="0">
            <a:noAutofit/>
          </a:bodyPr>
          <a:lstStyle>
            <a:lvl1pPr marL="0" indent="0" algn="r">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D4F5D18E-4241-429D-BEDB-6A7415C52F3D}"/>
              </a:ext>
            </a:extLst>
          </p:cNvPr>
          <p:cNvSpPr>
            <a:spLocks noGrp="1"/>
          </p:cNvSpPr>
          <p:nvPr>
            <p:ph type="dt" sz="half" idx="10"/>
          </p:nvPr>
        </p:nvSpPr>
        <p:spPr/>
        <p:txBody>
          <a:bodyPr/>
          <a:lstStyle/>
          <a:p>
            <a:fld id="{FB7F6C47-B260-4BB6-8230-7D14D5CDE026}" type="datetimeFigureOut">
              <a:rPr lang="en-US" noProof="0" smtClean="0"/>
              <a:t>11/20/2025</a:t>
            </a:fld>
            <a:endParaRPr lang="en-US" noProof="0" dirty="0"/>
          </a:p>
        </p:txBody>
      </p:sp>
      <p:sp>
        <p:nvSpPr>
          <p:cNvPr id="8" name="Footer Placeholder 7">
            <a:extLst>
              <a:ext uri="{FF2B5EF4-FFF2-40B4-BE49-F238E27FC236}">
                <a16:creationId xmlns:a16="http://schemas.microsoft.com/office/drawing/2014/main" id="{7F5CFD55-6AD5-4B7E-AC33-483174EF1EBD}"/>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514D43F5-DCFF-4B29-AC19-0BF28605BA8B}"/>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5764053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a:t>Click to edit Master title style</a:t>
            </a:r>
            <a:endParaRPr lang="en-US" dirty="0"/>
          </a:p>
        </p:txBody>
      </p:sp>
      <p:sp>
        <p:nvSpPr>
          <p:cNvPr id="3" name="Text Placeholder 2"/>
          <p:cNvSpPr>
            <a:spLocks noGrp="1"/>
          </p:cNvSpPr>
          <p:nvPr>
            <p:ph type="body" idx="1"/>
          </p:nvPr>
        </p:nvSpPr>
        <p:spPr>
          <a:xfrm>
            <a:off x="814728" y="2174875"/>
            <a:ext cx="5189857" cy="576262"/>
          </a:xfrm>
        </p:spPr>
        <p:txBody>
          <a:bodyPr anchor="b">
            <a:noAutofit/>
          </a:bodyPr>
          <a:lstStyle>
            <a:lvl1pPr marL="0" indent="0" algn="ctr">
              <a:buNone/>
              <a:defRPr sz="20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14729" y="2751138"/>
            <a:ext cx="5189856" cy="3109913"/>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87415" y="2174875"/>
            <a:ext cx="5194583" cy="576262"/>
          </a:xfrm>
        </p:spPr>
        <p:txBody>
          <a:bodyPr anchor="b">
            <a:noAutofit/>
          </a:bodyPr>
          <a:lstStyle>
            <a:lvl1pPr marL="0" indent="0" algn="ctr">
              <a:buNone/>
              <a:defRPr sz="20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87415" y="2751138"/>
            <a:ext cx="5194583" cy="3109913"/>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Date Placeholder 10">
            <a:extLst>
              <a:ext uri="{FF2B5EF4-FFF2-40B4-BE49-F238E27FC236}">
                <a16:creationId xmlns:a16="http://schemas.microsoft.com/office/drawing/2014/main" id="{B3473E37-6504-470F-92FA-792C3ACA4FEC}"/>
              </a:ext>
            </a:extLst>
          </p:cNvPr>
          <p:cNvSpPr>
            <a:spLocks noGrp="1"/>
          </p:cNvSpPr>
          <p:nvPr>
            <p:ph type="dt" sz="half" idx="10"/>
          </p:nvPr>
        </p:nvSpPr>
        <p:spPr/>
        <p:txBody>
          <a:bodyPr/>
          <a:lstStyle/>
          <a:p>
            <a:fld id="{FB7F6C47-B260-4BB6-8230-7D14D5CDE026}" type="datetimeFigureOut">
              <a:rPr lang="en-US" noProof="0" smtClean="0"/>
              <a:t>11/20/2025</a:t>
            </a:fld>
            <a:endParaRPr lang="en-US" noProof="0" dirty="0"/>
          </a:p>
        </p:txBody>
      </p:sp>
      <p:sp>
        <p:nvSpPr>
          <p:cNvPr id="12" name="Footer Placeholder 11">
            <a:extLst>
              <a:ext uri="{FF2B5EF4-FFF2-40B4-BE49-F238E27FC236}">
                <a16:creationId xmlns:a16="http://schemas.microsoft.com/office/drawing/2014/main" id="{7523DE74-18E2-4EF3-A1FC-8A32CCFE2666}"/>
              </a:ext>
            </a:extLst>
          </p:cNvPr>
          <p:cNvSpPr>
            <a:spLocks noGrp="1"/>
          </p:cNvSpPr>
          <p:nvPr>
            <p:ph type="ftr" sz="quarter" idx="11"/>
          </p:nvPr>
        </p:nvSpPr>
        <p:spPr/>
        <p:txBody>
          <a:bodyPr/>
          <a:lstStyle/>
          <a:p>
            <a:r>
              <a:rPr lang="en-US" noProof="0" dirty="0"/>
              <a:t>Add a footer</a:t>
            </a:r>
          </a:p>
        </p:txBody>
      </p:sp>
      <p:sp>
        <p:nvSpPr>
          <p:cNvPr id="13" name="Slide Number Placeholder 12">
            <a:extLst>
              <a:ext uri="{FF2B5EF4-FFF2-40B4-BE49-F238E27FC236}">
                <a16:creationId xmlns:a16="http://schemas.microsoft.com/office/drawing/2014/main" id="{51B4AF82-5505-4A7E-AA81-139F21451D9A}"/>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35506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2" name="Title 1"/>
          <p:cNvSpPr>
            <a:spLocks noGrp="1"/>
          </p:cNvSpPr>
          <p:nvPr>
            <p:ph type="title"/>
          </p:nvPr>
        </p:nvSpPr>
        <p:spPr/>
        <p:txBody>
          <a:bodyPr anchor="ctr" anchorCtr="0"/>
          <a:lstStyle>
            <a:lvl1pPr>
              <a:defRPr b="0"/>
            </a:lvl1pPr>
          </a:lstStyle>
          <a:p>
            <a:r>
              <a:rPr lang="en-US" noProof="0"/>
              <a:t>Click to edit Master title style</a:t>
            </a:r>
          </a:p>
        </p:txBody>
      </p:sp>
      <p:sp>
        <p:nvSpPr>
          <p:cNvPr id="7" name="Date Placeholder 6">
            <a:extLst>
              <a:ext uri="{FF2B5EF4-FFF2-40B4-BE49-F238E27FC236}">
                <a16:creationId xmlns:a16="http://schemas.microsoft.com/office/drawing/2014/main" id="{93AF03C3-E3F3-4845-8D9E-9BD2A676707E}"/>
              </a:ext>
            </a:extLst>
          </p:cNvPr>
          <p:cNvSpPr>
            <a:spLocks noGrp="1"/>
          </p:cNvSpPr>
          <p:nvPr>
            <p:ph type="dt" sz="half" idx="10"/>
          </p:nvPr>
        </p:nvSpPr>
        <p:spPr/>
        <p:txBody>
          <a:bodyPr/>
          <a:lstStyle/>
          <a:p>
            <a:fld id="{FB7F6C47-B260-4BB6-8230-7D14D5CDE026}" type="datetimeFigureOut">
              <a:rPr lang="en-US" noProof="0" smtClean="0"/>
              <a:t>11/20/2025</a:t>
            </a:fld>
            <a:endParaRPr lang="en-US" noProof="0" dirty="0"/>
          </a:p>
        </p:txBody>
      </p:sp>
      <p:sp>
        <p:nvSpPr>
          <p:cNvPr id="8" name="Footer Placeholder 7">
            <a:extLst>
              <a:ext uri="{FF2B5EF4-FFF2-40B4-BE49-F238E27FC236}">
                <a16:creationId xmlns:a16="http://schemas.microsoft.com/office/drawing/2014/main" id="{DB9C7230-29FF-42F2-A662-1BC1D19C5003}"/>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99EBD02D-5A68-4A14-892F-DE4953F2E3DD}"/>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89812685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F76D14D8-4D13-4DFE-938B-B710F891BBA2}"/>
              </a:ext>
            </a:extLst>
          </p:cNvPr>
          <p:cNvSpPr>
            <a:spLocks noGrp="1"/>
          </p:cNvSpPr>
          <p:nvPr>
            <p:ph type="dt" sz="half" idx="10"/>
          </p:nvPr>
        </p:nvSpPr>
        <p:spPr/>
        <p:txBody>
          <a:bodyPr/>
          <a:lstStyle/>
          <a:p>
            <a:fld id="{FB7F6C47-B260-4BB6-8230-7D14D5CDE026}" type="datetimeFigureOut">
              <a:rPr lang="en-US" noProof="0" smtClean="0"/>
              <a:t>11/20/2025</a:t>
            </a:fld>
            <a:endParaRPr lang="en-US" noProof="0" dirty="0"/>
          </a:p>
        </p:txBody>
      </p:sp>
      <p:sp>
        <p:nvSpPr>
          <p:cNvPr id="6" name="Footer Placeholder 5">
            <a:extLst>
              <a:ext uri="{FF2B5EF4-FFF2-40B4-BE49-F238E27FC236}">
                <a16:creationId xmlns:a16="http://schemas.microsoft.com/office/drawing/2014/main" id="{6864B8A5-6021-4208-A587-B45576E66D48}"/>
              </a:ext>
            </a:extLst>
          </p:cNvPr>
          <p:cNvSpPr>
            <a:spLocks noGrp="1"/>
          </p:cNvSpPr>
          <p:nvPr>
            <p:ph type="ftr" sz="quarter" idx="11"/>
          </p:nvPr>
        </p:nvSpPr>
        <p:spPr/>
        <p:txBody>
          <a:bodyPr/>
          <a:lstStyle/>
          <a:p>
            <a:r>
              <a:rPr lang="en-US" noProof="0" dirty="0"/>
              <a:t>Add a footer</a:t>
            </a:r>
          </a:p>
        </p:txBody>
      </p:sp>
      <p:sp>
        <p:nvSpPr>
          <p:cNvPr id="7" name="Slide Number Placeholder 6">
            <a:extLst>
              <a:ext uri="{FF2B5EF4-FFF2-40B4-BE49-F238E27FC236}">
                <a16:creationId xmlns:a16="http://schemas.microsoft.com/office/drawing/2014/main" id="{53C96ABC-E632-4853-B7CC-A2FB4B7CF144}"/>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34036570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12" name="Freeform 6"/>
          <p:cNvSpPr>
            <a:spLocks noChangeAspect="1"/>
          </p:cNvSpPr>
          <p:nvPr/>
        </p:nvSpPr>
        <p:spPr bwMode="ltGray">
          <a:xfrm>
            <a:off x="1073151" y="446087"/>
            <a:ext cx="3547533" cy="2838449"/>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effectLst>
            <a:innerShdw blurRad="114300">
              <a:prstClr val="black"/>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1073151" y="446088"/>
            <a:ext cx="3547533" cy="2576512"/>
          </a:xfrm>
        </p:spPr>
        <p:txBody>
          <a:bodyPr anchor="ctr" anchorCtr="0"/>
          <a:lstStyle>
            <a:lvl1pPr algn="l">
              <a:defRPr sz="4000" b="0"/>
            </a:lvl1pPr>
          </a:lstStyle>
          <a:p>
            <a:r>
              <a:rPr lang="en-US" noProof="0"/>
              <a:t>Click to edit Master title style</a:t>
            </a:r>
          </a:p>
        </p:txBody>
      </p:sp>
      <p:sp>
        <p:nvSpPr>
          <p:cNvPr id="3" name="Content Placeholder 2"/>
          <p:cNvSpPr>
            <a:spLocks noGrp="1"/>
          </p:cNvSpPr>
          <p:nvPr>
            <p:ph idx="1" hasCustomPrompt="1"/>
          </p:nvPr>
        </p:nvSpPr>
        <p:spPr>
          <a:xfrm>
            <a:off x="4855633" y="446088"/>
            <a:ext cx="6252633" cy="5414963"/>
          </a:xfrm>
        </p:spPr>
        <p:txBody>
          <a:bodyPr>
            <a:normAutofit/>
          </a:body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Text Placeholder 3"/>
          <p:cNvSpPr>
            <a:spLocks noGrp="1"/>
          </p:cNvSpPr>
          <p:nvPr>
            <p:ph type="body" sz="half" idx="2" hasCustomPrompt="1"/>
          </p:nvPr>
        </p:nvSpPr>
        <p:spPr>
          <a:xfrm>
            <a:off x="1073151" y="3022600"/>
            <a:ext cx="3547533" cy="2838449"/>
          </a:xfrm>
        </p:spPr>
        <p:txBody>
          <a:bodyPr>
            <a:normAutofit/>
          </a:bodyPr>
          <a:lstStyle>
            <a:lvl1pPr marL="0" indent="0">
              <a:buNone/>
              <a:defRPr sz="2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noProof="0"/>
              <a:t>Edit Master text styles</a:t>
            </a:r>
          </a:p>
        </p:txBody>
      </p:sp>
      <p:sp>
        <p:nvSpPr>
          <p:cNvPr id="8" name="Date Placeholder 7">
            <a:extLst>
              <a:ext uri="{FF2B5EF4-FFF2-40B4-BE49-F238E27FC236}">
                <a16:creationId xmlns:a16="http://schemas.microsoft.com/office/drawing/2014/main" id="{CBF97433-9C09-4B71-A1E0-24F75011D99C}"/>
              </a:ext>
            </a:extLst>
          </p:cNvPr>
          <p:cNvSpPr>
            <a:spLocks noGrp="1"/>
          </p:cNvSpPr>
          <p:nvPr>
            <p:ph type="dt" sz="half" idx="10"/>
          </p:nvPr>
        </p:nvSpPr>
        <p:spPr/>
        <p:txBody>
          <a:bodyPr/>
          <a:lstStyle/>
          <a:p>
            <a:fld id="{FB7F6C47-B260-4BB6-8230-7D14D5CDE026}" type="datetimeFigureOut">
              <a:rPr lang="en-US" noProof="0" smtClean="0"/>
              <a:t>11/20/2025</a:t>
            </a:fld>
            <a:endParaRPr lang="en-US" noProof="0" dirty="0"/>
          </a:p>
        </p:txBody>
      </p:sp>
      <p:sp>
        <p:nvSpPr>
          <p:cNvPr id="9" name="Footer Placeholder 8">
            <a:extLst>
              <a:ext uri="{FF2B5EF4-FFF2-40B4-BE49-F238E27FC236}">
                <a16:creationId xmlns:a16="http://schemas.microsoft.com/office/drawing/2014/main" id="{46EDA271-FE91-46E6-ABB5-0A3AD2448B21}"/>
              </a:ext>
            </a:extLst>
          </p:cNvPr>
          <p:cNvSpPr>
            <a:spLocks noGrp="1"/>
          </p:cNvSpPr>
          <p:nvPr>
            <p:ph type="ftr" sz="quarter" idx="11"/>
          </p:nvPr>
        </p:nvSpPr>
        <p:spPr/>
        <p:txBody>
          <a:bodyPr/>
          <a:lstStyle/>
          <a:p>
            <a:r>
              <a:rPr lang="en-US" noProof="0" dirty="0"/>
              <a:t>Add a footer</a:t>
            </a:r>
          </a:p>
        </p:txBody>
      </p:sp>
      <p:sp>
        <p:nvSpPr>
          <p:cNvPr id="10" name="Slide Number Placeholder 9">
            <a:extLst>
              <a:ext uri="{FF2B5EF4-FFF2-40B4-BE49-F238E27FC236}">
                <a16:creationId xmlns:a16="http://schemas.microsoft.com/office/drawing/2014/main" id="{C44DCFF3-B944-4C24-A12C-689D1FF794E8}"/>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10561175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8" name="Freeform 6"/>
          <p:cNvSpPr>
            <a:spLocks noChangeAspect="1"/>
          </p:cNvSpPr>
          <p:nvPr/>
        </p:nvSpPr>
        <p:spPr bwMode="ltGray">
          <a:xfrm>
            <a:off x="631697" y="1081456"/>
            <a:ext cx="6332416" cy="3239188"/>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solidFill>
              <a:schemeClr val="accent1"/>
            </a:solidFill>
          </a:ln>
          <a:effectLst>
            <a:innerShdw blurRad="114300">
              <a:prstClr val="black"/>
            </a:innerShdw>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50985" y="1238502"/>
            <a:ext cx="5893840" cy="2645912"/>
          </a:xfrm>
        </p:spPr>
        <p:txBody>
          <a:bodyPr anchor="ctr" anchorCtr="0"/>
          <a:lstStyle>
            <a:lvl1pPr algn="l">
              <a:defRPr sz="4000" b="0" cap="none"/>
            </a:lvl1pPr>
          </a:lstStyle>
          <a:p>
            <a:r>
              <a:rPr lang="en-US" noProof="0"/>
              <a:t>Click to edit Master title style</a:t>
            </a:r>
          </a:p>
        </p:txBody>
      </p:sp>
      <p:sp>
        <p:nvSpPr>
          <p:cNvPr id="3" name="Text Placeholder 2"/>
          <p:cNvSpPr>
            <a:spLocks noGrp="1"/>
          </p:cNvSpPr>
          <p:nvPr>
            <p:ph type="body" idx="1" hasCustomPrompt="1"/>
          </p:nvPr>
        </p:nvSpPr>
        <p:spPr>
          <a:xfrm>
            <a:off x="853190" y="4443680"/>
            <a:ext cx="5891636" cy="713241"/>
          </a:xfrm>
        </p:spPr>
        <p:txBody>
          <a:bodyPr anchor="t">
            <a:no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noProof="0"/>
              <a:t>Edit Master text styles</a:t>
            </a:r>
          </a:p>
        </p:txBody>
      </p:sp>
      <p:sp>
        <p:nvSpPr>
          <p:cNvPr id="9" name="Text Placeholder 5"/>
          <p:cNvSpPr>
            <a:spLocks noGrp="1"/>
          </p:cNvSpPr>
          <p:nvPr>
            <p:ph type="body" sz="quarter" idx="16" hasCustomPrompt="1"/>
          </p:nvPr>
        </p:nvSpPr>
        <p:spPr>
          <a:xfrm>
            <a:off x="7574642" y="1081456"/>
            <a:ext cx="3810001" cy="4075465"/>
          </a:xfrm>
        </p:spPr>
        <p:txBody>
          <a:bodyPr anchor="t" anchorCtr="0">
            <a:normAutofit/>
          </a:bodyPr>
          <a:lstStyle>
            <a:lvl1pPr marL="0" indent="0" algn="l">
              <a:buFontTx/>
              <a:buNone/>
              <a:defRPr sz="2800"/>
            </a:lvl1pPr>
          </a:lstStyle>
          <a:p>
            <a:pPr lvl="0"/>
            <a:r>
              <a:rPr lang="en-US" noProof="0"/>
              <a:t>Edit Master text styles</a:t>
            </a:r>
          </a:p>
        </p:txBody>
      </p:sp>
      <p:sp>
        <p:nvSpPr>
          <p:cNvPr id="7" name="Date Placeholder 6">
            <a:extLst>
              <a:ext uri="{FF2B5EF4-FFF2-40B4-BE49-F238E27FC236}">
                <a16:creationId xmlns:a16="http://schemas.microsoft.com/office/drawing/2014/main" id="{7964F81E-11BA-4BB3-AC2C-0A729DC676E6}"/>
              </a:ext>
            </a:extLst>
          </p:cNvPr>
          <p:cNvSpPr>
            <a:spLocks noGrp="1"/>
          </p:cNvSpPr>
          <p:nvPr>
            <p:ph type="dt" sz="half" idx="17"/>
          </p:nvPr>
        </p:nvSpPr>
        <p:spPr/>
        <p:txBody>
          <a:bodyPr/>
          <a:lstStyle/>
          <a:p>
            <a:fld id="{FB7F6C47-B260-4BB6-8230-7D14D5CDE026}" type="datetimeFigureOut">
              <a:rPr lang="en-US" noProof="0" smtClean="0"/>
              <a:t>11/20/2025</a:t>
            </a:fld>
            <a:endParaRPr lang="en-US" noProof="0" dirty="0"/>
          </a:p>
        </p:txBody>
      </p:sp>
      <p:sp>
        <p:nvSpPr>
          <p:cNvPr id="10" name="Footer Placeholder 9">
            <a:extLst>
              <a:ext uri="{FF2B5EF4-FFF2-40B4-BE49-F238E27FC236}">
                <a16:creationId xmlns:a16="http://schemas.microsoft.com/office/drawing/2014/main" id="{F93A4488-E8DE-4FEB-88F9-B37F95CC838A}"/>
              </a:ext>
            </a:extLst>
          </p:cNvPr>
          <p:cNvSpPr>
            <a:spLocks noGrp="1"/>
          </p:cNvSpPr>
          <p:nvPr>
            <p:ph type="ftr" sz="quarter" idx="18"/>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DF909D08-1E53-42D5-954B-F61B5083645D}"/>
              </a:ext>
            </a:extLst>
          </p:cNvPr>
          <p:cNvSpPr>
            <a:spLocks noGrp="1"/>
          </p:cNvSpPr>
          <p:nvPr>
            <p:ph type="sldNum" sz="quarter" idx="19"/>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414096451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9" name="Freeform 6"/>
          <p:cNvSpPr>
            <a:spLocks noChangeAspect="1"/>
          </p:cNvSpPr>
          <p:nvPr/>
        </p:nvSpPr>
        <p:spPr bwMode="ltGray">
          <a:xfrm>
            <a:off x="1140884" y="2286585"/>
            <a:ext cx="4895115" cy="2503972"/>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solidFill>
              <a:schemeClr val="accent1"/>
            </a:solidFill>
          </a:ln>
          <a:effectLst>
            <a:innerShdw blurRad="114300">
              <a:prstClr val="black"/>
            </a:innerShdw>
          </a:effectLst>
        </p:spPr>
        <p:style>
          <a:lnRef idx="1">
            <a:schemeClr val="accent1"/>
          </a:lnRef>
          <a:fillRef idx="3">
            <a:schemeClr val="accent1"/>
          </a:fillRef>
          <a:effectRef idx="2">
            <a:schemeClr val="accent1"/>
          </a:effectRef>
          <a:fontRef idx="minor">
            <a:schemeClr val="lt1"/>
          </a:fontRef>
        </p:style>
      </p:sp>
      <p:sp>
        <p:nvSpPr>
          <p:cNvPr id="38" name="Title 1"/>
          <p:cNvSpPr>
            <a:spLocks noGrp="1"/>
          </p:cNvSpPr>
          <p:nvPr>
            <p:ph type="title"/>
          </p:nvPr>
        </p:nvSpPr>
        <p:spPr>
          <a:xfrm>
            <a:off x="1357089" y="2435957"/>
            <a:ext cx="4382521" cy="2007789"/>
          </a:xfrm>
        </p:spPr>
        <p:txBody>
          <a:bodyPr anchor="ctr" anchorCtr="0"/>
          <a:lstStyle>
            <a:lvl1pPr algn="l">
              <a:defRPr sz="4000" b="0"/>
            </a:lvl1pPr>
          </a:lstStyle>
          <a:p>
            <a:r>
              <a:rPr lang="en-US" noProof="0"/>
              <a:t>Click to edit Master title style</a:t>
            </a:r>
          </a:p>
        </p:txBody>
      </p:sp>
      <p:sp>
        <p:nvSpPr>
          <p:cNvPr id="6" name="Text Placeholder 5"/>
          <p:cNvSpPr>
            <a:spLocks noGrp="1"/>
          </p:cNvSpPr>
          <p:nvPr>
            <p:ph type="body" sz="quarter" idx="16" hasCustomPrompt="1"/>
          </p:nvPr>
        </p:nvSpPr>
        <p:spPr>
          <a:xfrm>
            <a:off x="6156000" y="2286000"/>
            <a:ext cx="4880300" cy="2295525"/>
          </a:xfrm>
        </p:spPr>
        <p:txBody>
          <a:bodyPr anchor="ctr" anchorCtr="0">
            <a:normAutofit/>
          </a:bodyPr>
          <a:lstStyle>
            <a:lvl1pPr marL="0" indent="0" algn="ctr">
              <a:buFontTx/>
              <a:buNone/>
              <a:defRPr sz="2800"/>
            </a:lvl1pPr>
          </a:lstStyle>
          <a:p>
            <a:pPr lvl="0"/>
            <a:r>
              <a:rPr lang="en-US" noProof="0"/>
              <a:t>Edit Master text styles</a:t>
            </a:r>
          </a:p>
        </p:txBody>
      </p:sp>
      <p:sp>
        <p:nvSpPr>
          <p:cNvPr id="5" name="Date Placeholder 4">
            <a:extLst>
              <a:ext uri="{FF2B5EF4-FFF2-40B4-BE49-F238E27FC236}">
                <a16:creationId xmlns:a16="http://schemas.microsoft.com/office/drawing/2014/main" id="{52142ECB-4FB1-4B01-80F3-04208C781B16}"/>
              </a:ext>
            </a:extLst>
          </p:cNvPr>
          <p:cNvSpPr>
            <a:spLocks noGrp="1"/>
          </p:cNvSpPr>
          <p:nvPr>
            <p:ph type="dt" sz="half" idx="17"/>
          </p:nvPr>
        </p:nvSpPr>
        <p:spPr/>
        <p:txBody>
          <a:bodyPr/>
          <a:lstStyle/>
          <a:p>
            <a:fld id="{FB7F6C47-B260-4BB6-8230-7D14D5CDE026}" type="datetimeFigureOut">
              <a:rPr lang="en-US" noProof="0" smtClean="0"/>
              <a:t>11/20/2025</a:t>
            </a:fld>
            <a:endParaRPr lang="en-US" noProof="0" dirty="0"/>
          </a:p>
        </p:txBody>
      </p:sp>
      <p:sp>
        <p:nvSpPr>
          <p:cNvPr id="7" name="Footer Placeholder 6">
            <a:extLst>
              <a:ext uri="{FF2B5EF4-FFF2-40B4-BE49-F238E27FC236}">
                <a16:creationId xmlns:a16="http://schemas.microsoft.com/office/drawing/2014/main" id="{776F215A-F354-440E-A263-A920F5950831}"/>
              </a:ext>
            </a:extLst>
          </p:cNvPr>
          <p:cNvSpPr>
            <a:spLocks noGrp="1"/>
          </p:cNvSpPr>
          <p:nvPr>
            <p:ph type="ftr" sz="quarter" idx="18"/>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E90FC50C-9C02-4BD6-9CBE-6880E1297783}"/>
              </a:ext>
            </a:extLst>
          </p:cNvPr>
          <p:cNvSpPr>
            <a:spLocks noGrp="1"/>
          </p:cNvSpPr>
          <p:nvPr>
            <p:ph type="sldNum" sz="quarter" idx="19"/>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1684614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2" name="Freeform 6"/>
          <p:cNvSpPr>
            <a:spLocks noChangeAspect="1"/>
          </p:cNvSpPr>
          <p:nvPr/>
        </p:nvSpPr>
        <p:spPr bwMode="ltGray">
          <a:xfrm>
            <a:off x="7669651" y="0"/>
            <a:ext cx="4522349" cy="5861051"/>
          </a:xfrm>
          <a:custGeom>
            <a:avLst/>
            <a:gdLst/>
            <a:ahLst/>
            <a:cxnLst/>
            <a:rect l="0" t="0" r="r" b="b"/>
            <a:pathLst>
              <a:path w="2879" h="4320">
                <a:moveTo>
                  <a:pt x="183" y="0"/>
                </a:moveTo>
                <a:lnTo>
                  <a:pt x="183" y="1197"/>
                </a:lnTo>
                <a:lnTo>
                  <a:pt x="8" y="1372"/>
                </a:lnTo>
                <a:lnTo>
                  <a:pt x="8" y="1372"/>
                </a:lnTo>
                <a:lnTo>
                  <a:pt x="6" y="1376"/>
                </a:lnTo>
                <a:lnTo>
                  <a:pt x="3" y="1382"/>
                </a:lnTo>
                <a:lnTo>
                  <a:pt x="0" y="1387"/>
                </a:lnTo>
                <a:lnTo>
                  <a:pt x="0" y="1393"/>
                </a:lnTo>
                <a:lnTo>
                  <a:pt x="0" y="1399"/>
                </a:lnTo>
                <a:lnTo>
                  <a:pt x="3" y="1404"/>
                </a:lnTo>
                <a:lnTo>
                  <a:pt x="6" y="1410"/>
                </a:lnTo>
                <a:lnTo>
                  <a:pt x="8" y="1414"/>
                </a:lnTo>
                <a:lnTo>
                  <a:pt x="183" y="1589"/>
                </a:lnTo>
                <a:lnTo>
                  <a:pt x="183" y="4320"/>
                </a:lnTo>
                <a:lnTo>
                  <a:pt x="2879" y="4320"/>
                </a:lnTo>
                <a:lnTo>
                  <a:pt x="2879" y="0"/>
                </a:lnTo>
                <a:lnTo>
                  <a:pt x="183" y="0"/>
                </a:lnTo>
                <a:close/>
              </a:path>
            </a:pathLst>
          </a:custGeom>
          <a:ln/>
          <a:effectLst>
            <a:innerShdw blurRad="63500" dist="50800" dir="81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183540" y="586171"/>
            <a:ext cx="3754460" cy="5134798"/>
          </a:xfrm>
        </p:spPr>
        <p:txBody>
          <a:bodyPr vert="horz" anchor="ctr" anchorCtr="1"/>
          <a:lstStyle>
            <a:lvl1pPr algn="l">
              <a:defRPr b="0"/>
            </a:lvl1pPr>
          </a:lstStyle>
          <a:p>
            <a:r>
              <a:rPr lang="en-US" noProof="0"/>
              <a:t>Click to edit Master title style</a:t>
            </a:r>
          </a:p>
        </p:txBody>
      </p:sp>
      <p:sp>
        <p:nvSpPr>
          <p:cNvPr id="3" name="Vertical Text Placeholder 2"/>
          <p:cNvSpPr>
            <a:spLocks noGrp="1"/>
          </p:cNvSpPr>
          <p:nvPr>
            <p:ph type="body" orient="vert" idx="1" hasCustomPrompt="1"/>
          </p:nvPr>
        </p:nvSpPr>
        <p:spPr>
          <a:xfrm>
            <a:off x="810001" y="446089"/>
            <a:ext cx="6611540" cy="5414962"/>
          </a:xfrm>
        </p:spPr>
        <p:txBody>
          <a:bodyPr vert="horz" anchor="ctr" anchorCtr="1"/>
          <a:lstStyle>
            <a:lvl1pPr algn="ctr">
              <a:defRPr/>
            </a:lvl1pPr>
            <a:lvl2pPr algn="ctr">
              <a:defRPr/>
            </a:lvl2pPr>
            <a:lvl3pPr algn="ctr">
              <a:defRPr/>
            </a:lvl3pPr>
            <a:lvl4pPr algn="ctr">
              <a:defRPr/>
            </a:lvl4pPr>
            <a:lvl5pPr algn="ctr">
              <a:defRPr/>
            </a:lvl5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7" name="Date Placeholder 6">
            <a:extLst>
              <a:ext uri="{FF2B5EF4-FFF2-40B4-BE49-F238E27FC236}">
                <a16:creationId xmlns:a16="http://schemas.microsoft.com/office/drawing/2014/main" id="{9D7128B4-F868-4384-A8AA-473DA3516902}"/>
              </a:ext>
            </a:extLst>
          </p:cNvPr>
          <p:cNvSpPr>
            <a:spLocks noGrp="1"/>
          </p:cNvSpPr>
          <p:nvPr>
            <p:ph type="dt" sz="half" idx="10"/>
          </p:nvPr>
        </p:nvSpPr>
        <p:spPr/>
        <p:txBody>
          <a:bodyPr/>
          <a:lstStyle/>
          <a:p>
            <a:fld id="{FB7F6C47-B260-4BB6-8230-7D14D5CDE026}" type="datetimeFigureOut">
              <a:rPr lang="en-US" noProof="0" smtClean="0"/>
              <a:t>11/20/2025</a:t>
            </a:fld>
            <a:endParaRPr lang="en-US" noProof="0" dirty="0"/>
          </a:p>
        </p:txBody>
      </p:sp>
      <p:sp>
        <p:nvSpPr>
          <p:cNvPr id="8" name="Footer Placeholder 7">
            <a:extLst>
              <a:ext uri="{FF2B5EF4-FFF2-40B4-BE49-F238E27FC236}">
                <a16:creationId xmlns:a16="http://schemas.microsoft.com/office/drawing/2014/main" id="{84FF940D-9281-4C2A-BA62-E5854A11F99B}"/>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5FB1454F-842C-4F51-A7E7-0335B2FB16F1}"/>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1836948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blackWhite">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0000" y="447188"/>
            <a:ext cx="10571998" cy="970450"/>
          </a:xfrm>
          <a:prstGeom prst="rect">
            <a:avLst/>
          </a:prstGeom>
          <a:effectLst/>
        </p:spPr>
        <p:txBody>
          <a:bodyPr vert="horz" lIns="91440" tIns="45720" rIns="91440" bIns="45720" rtlCol="0" anchor="ctr" anchorCtr="0">
            <a:noAutofit/>
          </a:bodyPr>
          <a:lstStyle/>
          <a:p>
            <a:r>
              <a:rPr lang="en-US" noProof="0"/>
              <a:t>Click to edit Master title style</a:t>
            </a:r>
          </a:p>
        </p:txBody>
      </p:sp>
      <p:sp>
        <p:nvSpPr>
          <p:cNvPr id="3" name="Text Placeholder 2"/>
          <p:cNvSpPr>
            <a:spLocks noGrp="1"/>
          </p:cNvSpPr>
          <p:nvPr>
            <p:ph type="body" idx="1"/>
          </p:nvPr>
        </p:nvSpPr>
        <p:spPr>
          <a:xfrm>
            <a:off x="810000" y="2184401"/>
            <a:ext cx="10563285" cy="3674397"/>
          </a:xfrm>
          <a:prstGeom prst="rect">
            <a:avLst/>
          </a:prstGeom>
          <a:effectLst/>
        </p:spPr>
        <p:txBody>
          <a:bodyPr vert="horz" lIns="91440" tIns="45720" rIns="91440" bIns="45720" rtlCol="0" anchor="ctr">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Footer Placeholder 4"/>
          <p:cNvSpPr>
            <a:spLocks noGrp="1"/>
          </p:cNvSpPr>
          <p:nvPr>
            <p:ph type="ftr" sz="quarter" idx="3"/>
          </p:nvPr>
        </p:nvSpPr>
        <p:spPr>
          <a:xfrm>
            <a:off x="451514" y="6041362"/>
            <a:ext cx="8644320" cy="365125"/>
          </a:xfrm>
          <a:prstGeom prst="rect">
            <a:avLst/>
          </a:prstGeom>
        </p:spPr>
        <p:txBody>
          <a:bodyPr vert="horz" lIns="91440" tIns="45720" rIns="91440" bIns="45720" rtlCol="0" anchor="b"/>
          <a:lstStyle>
            <a:lvl1pPr algn="l">
              <a:defRPr sz="900">
                <a:solidFill>
                  <a:schemeClr val="tx1"/>
                </a:solidFill>
              </a:defRPr>
            </a:lvl1pPr>
          </a:lstStyle>
          <a:p>
            <a:r>
              <a:rPr lang="en-US" noProof="0" dirty="0"/>
              <a:t>Add a footer</a:t>
            </a:r>
          </a:p>
        </p:txBody>
      </p:sp>
      <p:sp>
        <p:nvSpPr>
          <p:cNvPr id="4" name="Date Placeholder 3"/>
          <p:cNvSpPr>
            <a:spLocks noGrp="1"/>
          </p:cNvSpPr>
          <p:nvPr>
            <p:ph type="dt" sz="half" idx="2"/>
          </p:nvPr>
        </p:nvSpPr>
        <p:spPr>
          <a:xfrm>
            <a:off x="9334626" y="6041362"/>
            <a:ext cx="1343706" cy="365125"/>
          </a:xfrm>
          <a:prstGeom prst="rect">
            <a:avLst/>
          </a:prstGeom>
        </p:spPr>
        <p:txBody>
          <a:bodyPr vert="horz" lIns="91440" tIns="45720" rIns="91440" bIns="45720" rtlCol="0" anchor="b"/>
          <a:lstStyle>
            <a:lvl1pPr algn="r">
              <a:defRPr sz="900">
                <a:solidFill>
                  <a:schemeClr val="tx1"/>
                </a:solidFill>
              </a:defRPr>
            </a:lvl1pPr>
          </a:lstStyle>
          <a:p>
            <a:fld id="{FB7F6C47-B260-4BB6-8230-7D14D5CDE026}" type="datetimeFigureOut">
              <a:rPr lang="en-US" noProof="0" smtClean="0"/>
              <a:t>11/20/2025</a:t>
            </a:fld>
            <a:endParaRPr lang="en-US" noProof="0" dirty="0"/>
          </a:p>
        </p:txBody>
      </p:sp>
      <p:sp>
        <p:nvSpPr>
          <p:cNvPr id="6" name="Slide Number Placeholder 5"/>
          <p:cNvSpPr>
            <a:spLocks noGrp="1"/>
          </p:cNvSpPr>
          <p:nvPr>
            <p:ph type="sldNum" sz="quarter" idx="4"/>
          </p:nvPr>
        </p:nvSpPr>
        <p:spPr>
          <a:xfrm>
            <a:off x="10678331" y="5915888"/>
            <a:ext cx="1062155" cy="490599"/>
          </a:xfrm>
          <a:prstGeom prst="rect">
            <a:avLst/>
          </a:prstGeom>
        </p:spPr>
        <p:txBody>
          <a:bodyPr vert="horz" lIns="91440" tIns="45720" rIns="91440" bIns="10800" rtlCol="0" anchor="b"/>
          <a:lstStyle>
            <a:lvl1pPr algn="r">
              <a:defRPr sz="2000">
                <a:solidFill>
                  <a:schemeClr val="accent1"/>
                </a:solidFill>
              </a:defRPr>
            </a:lvl1p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689481523"/>
      </p:ext>
    </p:extLst>
  </p:cSld>
  <p:clrMap bg1="lt1" tx1="dk1" bg2="lt2" tx2="dk2" accent1="accent1" accent2="accent2" accent3="accent3" accent4="accent4" accent5="accent5" accent6="accent6" hlink="hlink" folHlink="folHlink"/>
  <p:sldLayoutIdLst>
    <p:sldLayoutId id="2147483673" r:id="rId1"/>
    <p:sldLayoutId id="2147483676" r:id="rId2"/>
    <p:sldLayoutId id="2147483687" r:id="rId3"/>
    <p:sldLayoutId id="2147483688" r:id="rId4"/>
    <p:sldLayoutId id="2147483689" r:id="rId5"/>
    <p:sldLayoutId id="2147483681" r:id="rId6"/>
    <p:sldLayoutId id="2147483690" r:id="rId7"/>
    <p:sldLayoutId id="2147483682" r:id="rId8"/>
    <p:sldLayoutId id="2147483674" r:id="rId9"/>
    <p:sldLayoutId id="2147483675" r:id="rId10"/>
    <p:sldLayoutId id="2147483677" r:id="rId11"/>
    <p:sldLayoutId id="2147483678" r:id="rId12"/>
    <p:sldLayoutId id="2147483679" r:id="rId13"/>
    <p:sldLayoutId id="2147483680" r:id="rId14"/>
    <p:sldLayoutId id="2147483683" r:id="rId15"/>
    <p:sldLayoutId id="2147483684" r:id="rId16"/>
    <p:sldLayoutId id="2147483686" r:id="rId17"/>
  </p:sldLayoutIdLst>
  <p:txStyles>
    <p:titleStyle>
      <a:lvl1pPr algn="l" defTabSz="457200" rtl="0" eaLnBrk="1" latinLnBrk="0" hangingPunct="1">
        <a:spcBef>
          <a:spcPct val="0"/>
        </a:spcBef>
        <a:buNone/>
        <a:defRPr sz="4000" b="0" kern="1200">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ct val="20000"/>
        </a:spcBef>
        <a:spcAft>
          <a:spcPts val="600"/>
        </a:spcAft>
        <a:buClr>
          <a:schemeClr val="accent1"/>
        </a:buClr>
        <a:buSzPct val="80000"/>
        <a:buFont typeface="Wingdings 2" charset="2"/>
        <a:buChar char=""/>
        <a:defRPr sz="1800" kern="1200">
          <a:solidFill>
            <a:schemeClr val="tx1"/>
          </a:solidFill>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2" charset="2"/>
        <a:buChar char=""/>
        <a:defRPr sz="1600" kern="1200">
          <a:solidFill>
            <a:schemeClr val="tx1"/>
          </a:solidFill>
          <a:latin typeface="+mn-lt"/>
          <a:ea typeface="+mn-ea"/>
          <a:cs typeface="+mn-cs"/>
        </a:defRPr>
      </a:lvl2pPr>
      <a:lvl3pPr marL="1143000" indent="-228600" algn="l" defTabSz="457200" rtl="0" eaLnBrk="1" latinLnBrk="0" hangingPunct="1">
        <a:spcBef>
          <a:spcPct val="20000"/>
        </a:spcBef>
        <a:spcAft>
          <a:spcPts val="600"/>
        </a:spcAft>
        <a:buClr>
          <a:schemeClr val="accent1"/>
        </a:buClr>
        <a:buSzPct val="80000"/>
        <a:buFont typeface="Wingdings 2" charset="2"/>
        <a:buChar char=""/>
        <a:defRPr sz="1400" kern="1200">
          <a:solidFill>
            <a:schemeClr val="tx1"/>
          </a:solidFill>
          <a:latin typeface="+mn-lt"/>
          <a:ea typeface="+mn-ea"/>
          <a:cs typeface="+mn-cs"/>
        </a:defRPr>
      </a:lvl3pPr>
      <a:lvl4pPr marL="1600200" indent="-228600" algn="l" defTabSz="457200" rtl="0" eaLnBrk="1" latinLnBrk="0" hangingPunct="1">
        <a:spcBef>
          <a:spcPct val="20000"/>
        </a:spcBef>
        <a:spcAft>
          <a:spcPts val="600"/>
        </a:spcAft>
        <a:buClr>
          <a:schemeClr val="accent1"/>
        </a:buClr>
        <a:buSzPct val="80000"/>
        <a:buFont typeface="Wingdings 2" charset="2"/>
        <a:buChar char=""/>
        <a:defRPr sz="1200" kern="1200">
          <a:solidFill>
            <a:schemeClr val="tx1"/>
          </a:solidFill>
          <a:latin typeface="+mn-lt"/>
          <a:ea typeface="+mn-ea"/>
          <a:cs typeface="+mn-cs"/>
        </a:defRPr>
      </a:lvl4pPr>
      <a:lvl5pPr marL="2057400" indent="-228600" algn="l" defTabSz="457200" rtl="0" eaLnBrk="1" latinLnBrk="0" hangingPunct="1">
        <a:spcBef>
          <a:spcPct val="20000"/>
        </a:spcBef>
        <a:spcAft>
          <a:spcPts val="600"/>
        </a:spcAft>
        <a:buClr>
          <a:schemeClr val="accent1"/>
        </a:buClr>
        <a:buSzPct val="80000"/>
        <a:buFont typeface="Wingdings 2" charset="2"/>
        <a:buChar char=""/>
        <a:defRPr sz="1200" kern="1200">
          <a:solidFill>
            <a:schemeClr val="tx1"/>
          </a:solidFill>
          <a:latin typeface="+mn-lt"/>
          <a:ea typeface="+mn-ea"/>
          <a:cs typeface="+mn-cs"/>
        </a:defRPr>
      </a:lvl5pPr>
      <a:lvl6pPr marL="24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6pPr>
      <a:lvl7pPr marL="28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7pPr>
      <a:lvl8pPr marL="32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8pPr>
      <a:lvl9pPr marL="36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hyperlink" Target="https://go.microsoft.com/fwlink/?linkid=2007348" TargetMode="Externa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bg bwMode="grayWhite">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D37BC-7D91-4F83-845D-70080D7DD6FC}"/>
              </a:ext>
            </a:extLst>
          </p:cNvPr>
          <p:cNvSpPr>
            <a:spLocks noGrp="1"/>
          </p:cNvSpPr>
          <p:nvPr>
            <p:ph type="ctrTitle"/>
          </p:nvPr>
        </p:nvSpPr>
        <p:spPr bwMode="black"/>
        <p:txBody>
          <a:bodyPr/>
          <a:lstStyle/>
          <a:p>
            <a:r>
              <a:rPr lang="en-US" b="0" dirty="0"/>
              <a:t>Random Picker</a:t>
            </a:r>
          </a:p>
        </p:txBody>
      </p:sp>
      <p:sp>
        <p:nvSpPr>
          <p:cNvPr id="3" name="Subtitle 2">
            <a:extLst>
              <a:ext uri="{FF2B5EF4-FFF2-40B4-BE49-F238E27FC236}">
                <a16:creationId xmlns:a16="http://schemas.microsoft.com/office/drawing/2014/main" id="{59E5DACC-1D74-41AD-B036-C015472B948F}"/>
              </a:ext>
            </a:extLst>
          </p:cNvPr>
          <p:cNvSpPr>
            <a:spLocks noGrp="1"/>
          </p:cNvSpPr>
          <p:nvPr>
            <p:ph type="subTitle" idx="1"/>
          </p:nvPr>
        </p:nvSpPr>
        <p:spPr/>
        <p:txBody>
          <a:bodyPr>
            <a:normAutofit lnSpcReduction="10000"/>
          </a:bodyPr>
          <a:lstStyle/>
          <a:p>
            <a:r>
              <a:rPr lang="en-US" sz="2400" dirty="0"/>
              <a:t>Sheera Ner-Gaon</a:t>
            </a:r>
          </a:p>
        </p:txBody>
      </p:sp>
      <p:sp>
        <p:nvSpPr>
          <p:cNvPr id="6" name="TextBox 5">
            <a:extLst>
              <a:ext uri="{FF2B5EF4-FFF2-40B4-BE49-F238E27FC236}">
                <a16:creationId xmlns:a16="http://schemas.microsoft.com/office/drawing/2014/main" id="{84D618E2-C3E2-4721-A4CA-1E9208B1959E}"/>
              </a:ext>
            </a:extLst>
          </p:cNvPr>
          <p:cNvSpPr txBox="1"/>
          <p:nvPr/>
        </p:nvSpPr>
        <p:spPr>
          <a:xfrm>
            <a:off x="8767355" y="360063"/>
            <a:ext cx="3019646" cy="584775"/>
          </a:xfrm>
          <a:prstGeom prst="rect">
            <a:avLst/>
          </a:prstGeom>
          <a:solidFill>
            <a:schemeClr val="tx1"/>
          </a:solidFill>
          <a:effectLst>
            <a:outerShdw blurRad="63500" sx="102000" sy="102000" algn="ctr" rotWithShape="0">
              <a:prstClr val="black">
                <a:alpha val="40000"/>
              </a:prstClr>
            </a:outerShdw>
          </a:effectLst>
        </p:spPr>
        <p:style>
          <a:lnRef idx="0">
            <a:schemeClr val="accent2"/>
          </a:lnRef>
          <a:fillRef idx="3">
            <a:schemeClr val="accent2"/>
          </a:fillRef>
          <a:effectRef idx="3">
            <a:schemeClr val="accent2"/>
          </a:effectRef>
          <a:fontRef idx="minor">
            <a:schemeClr val="lt1"/>
          </a:fontRef>
        </p:style>
        <p:txBody>
          <a:bodyPr wrap="square" rtlCol="0">
            <a:spAutoFit/>
          </a:bodyPr>
          <a:lstStyle/>
          <a:p>
            <a:pPr algn="ctr"/>
            <a:r>
              <a:rPr lang="en-US" sz="1600" dirty="0">
                <a:ea typeface="Tahoma" panose="020B0604030504040204" pitchFamily="34" charset="0"/>
                <a:cs typeface="Tahoma" panose="020B0604030504040204" pitchFamily="34" charset="0"/>
              </a:rPr>
              <a:t>Tip: Use graphics to set the tone of the speech.</a:t>
            </a:r>
          </a:p>
        </p:txBody>
      </p:sp>
    </p:spTree>
    <p:extLst>
      <p:ext uri="{BB962C8B-B14F-4D97-AF65-F5344CB8AC3E}">
        <p14:creationId xmlns:p14="http://schemas.microsoft.com/office/powerpoint/2010/main" val="16139758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76B58F-1CF7-41B5-BF70-710D7AC7941C}"/>
              </a:ext>
            </a:extLst>
          </p:cNvPr>
          <p:cNvSpPr>
            <a:spLocks noGrp="1"/>
          </p:cNvSpPr>
          <p:nvPr>
            <p:ph type="title"/>
          </p:nvPr>
        </p:nvSpPr>
        <p:spPr/>
        <p:txBody>
          <a:bodyPr/>
          <a:lstStyle/>
          <a:p>
            <a:r>
              <a:rPr lang="en-US" dirty="0"/>
              <a:t>Market Research</a:t>
            </a:r>
          </a:p>
        </p:txBody>
      </p:sp>
      <p:sp>
        <p:nvSpPr>
          <p:cNvPr id="3" name="Content Placeholder 2">
            <a:extLst>
              <a:ext uri="{FF2B5EF4-FFF2-40B4-BE49-F238E27FC236}">
                <a16:creationId xmlns:a16="http://schemas.microsoft.com/office/drawing/2014/main" id="{F3FF1311-DD92-45BA-B10F-C1A324C27B55}"/>
              </a:ext>
            </a:extLst>
          </p:cNvPr>
          <p:cNvSpPr>
            <a:spLocks noGrp="1"/>
          </p:cNvSpPr>
          <p:nvPr>
            <p:ph sz="half" idx="4294967295"/>
          </p:nvPr>
        </p:nvSpPr>
        <p:spPr>
          <a:xfrm>
            <a:off x="809625" y="2222500"/>
            <a:ext cx="5186363" cy="3638550"/>
          </a:xfrm>
        </p:spPr>
        <p:txBody>
          <a:bodyPr/>
          <a:lstStyle/>
          <a:p>
            <a:pPr marL="0" indent="0">
              <a:buNone/>
            </a:pPr>
            <a:r>
              <a:rPr lang="en-US" dirty="0"/>
              <a:t>Search keywords:</a:t>
            </a:r>
          </a:p>
          <a:p>
            <a:r>
              <a:rPr lang="en-US" dirty="0"/>
              <a:t>Random name</a:t>
            </a:r>
          </a:p>
          <a:p>
            <a:r>
              <a:rPr lang="en-US" dirty="0"/>
              <a:t>Random picker</a:t>
            </a:r>
          </a:p>
          <a:p>
            <a:r>
              <a:rPr lang="en-US" dirty="0"/>
              <a:t>Name raffle</a:t>
            </a:r>
          </a:p>
          <a:p>
            <a:r>
              <a:rPr lang="en-US" dirty="0"/>
              <a:t>Raffle wheel</a:t>
            </a:r>
          </a:p>
          <a:p>
            <a:r>
              <a:rPr lang="en-US" dirty="0"/>
              <a:t>Spin the wheel</a:t>
            </a:r>
          </a:p>
          <a:p>
            <a:r>
              <a:rPr lang="en-US" dirty="0"/>
              <a:t>Names draw</a:t>
            </a:r>
          </a:p>
          <a:p>
            <a:endParaRPr lang="en-US" dirty="0"/>
          </a:p>
          <a:p>
            <a:pPr marL="0" indent="0">
              <a:buNone/>
            </a:pPr>
            <a:r>
              <a:rPr lang="en-US" dirty="0"/>
              <a:t>Best +1M downloads</a:t>
            </a:r>
          </a:p>
        </p:txBody>
      </p:sp>
      <p:pic>
        <p:nvPicPr>
          <p:cNvPr id="7" name="Picture 6">
            <a:extLst>
              <a:ext uri="{FF2B5EF4-FFF2-40B4-BE49-F238E27FC236}">
                <a16:creationId xmlns:a16="http://schemas.microsoft.com/office/drawing/2014/main" id="{0A86C41E-64E3-BB10-C07D-00DBA6585713}"/>
              </a:ext>
            </a:extLst>
          </p:cNvPr>
          <p:cNvPicPr>
            <a:picLocks noChangeAspect="1"/>
          </p:cNvPicPr>
          <p:nvPr/>
        </p:nvPicPr>
        <p:blipFill>
          <a:blip r:embed="rId3"/>
          <a:stretch>
            <a:fillRect/>
          </a:stretch>
        </p:blipFill>
        <p:spPr>
          <a:xfrm>
            <a:off x="3350546" y="1978643"/>
            <a:ext cx="4214826" cy="3390186"/>
          </a:xfrm>
          <a:prstGeom prst="rect">
            <a:avLst/>
          </a:prstGeom>
        </p:spPr>
      </p:pic>
      <p:pic>
        <p:nvPicPr>
          <p:cNvPr id="11" name="Picture 10">
            <a:extLst>
              <a:ext uri="{FF2B5EF4-FFF2-40B4-BE49-F238E27FC236}">
                <a16:creationId xmlns:a16="http://schemas.microsoft.com/office/drawing/2014/main" id="{B127920B-D400-8AB9-CCC0-2EE38941776C}"/>
              </a:ext>
            </a:extLst>
          </p:cNvPr>
          <p:cNvPicPr>
            <a:picLocks noChangeAspect="1"/>
          </p:cNvPicPr>
          <p:nvPr/>
        </p:nvPicPr>
        <p:blipFill>
          <a:blip r:embed="rId4"/>
          <a:stretch>
            <a:fillRect/>
          </a:stretch>
        </p:blipFill>
        <p:spPr>
          <a:xfrm>
            <a:off x="7683428" y="2023646"/>
            <a:ext cx="4292759" cy="3363148"/>
          </a:xfrm>
          <a:prstGeom prst="rect">
            <a:avLst/>
          </a:prstGeom>
        </p:spPr>
      </p:pic>
      <p:pic>
        <p:nvPicPr>
          <p:cNvPr id="13" name="Picture 12">
            <a:extLst>
              <a:ext uri="{FF2B5EF4-FFF2-40B4-BE49-F238E27FC236}">
                <a16:creationId xmlns:a16="http://schemas.microsoft.com/office/drawing/2014/main" id="{783B2E5D-BE31-93A6-046E-08389D431A61}"/>
              </a:ext>
            </a:extLst>
          </p:cNvPr>
          <p:cNvPicPr>
            <a:picLocks noChangeAspect="1"/>
          </p:cNvPicPr>
          <p:nvPr/>
        </p:nvPicPr>
        <p:blipFill>
          <a:blip r:embed="rId5"/>
          <a:stretch>
            <a:fillRect/>
          </a:stretch>
        </p:blipFill>
        <p:spPr>
          <a:xfrm>
            <a:off x="3350546" y="5386794"/>
            <a:ext cx="4266677" cy="1164963"/>
          </a:xfrm>
          <a:prstGeom prst="rect">
            <a:avLst/>
          </a:prstGeom>
        </p:spPr>
      </p:pic>
      <p:pic>
        <p:nvPicPr>
          <p:cNvPr id="15" name="Picture 14">
            <a:extLst>
              <a:ext uri="{FF2B5EF4-FFF2-40B4-BE49-F238E27FC236}">
                <a16:creationId xmlns:a16="http://schemas.microsoft.com/office/drawing/2014/main" id="{A52EDC06-EC12-1CA5-6A7C-751D12893A0A}"/>
              </a:ext>
            </a:extLst>
          </p:cNvPr>
          <p:cNvPicPr>
            <a:picLocks noChangeAspect="1"/>
          </p:cNvPicPr>
          <p:nvPr/>
        </p:nvPicPr>
        <p:blipFill>
          <a:blip r:embed="rId6"/>
          <a:stretch>
            <a:fillRect/>
          </a:stretch>
        </p:blipFill>
        <p:spPr>
          <a:xfrm>
            <a:off x="7683428" y="5368829"/>
            <a:ext cx="4214006" cy="1164964"/>
          </a:xfrm>
          <a:prstGeom prst="rect">
            <a:avLst/>
          </a:prstGeom>
        </p:spPr>
      </p:pic>
    </p:spTree>
    <p:extLst>
      <p:ext uri="{BB962C8B-B14F-4D97-AF65-F5344CB8AC3E}">
        <p14:creationId xmlns:p14="http://schemas.microsoft.com/office/powerpoint/2010/main" val="21310437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27240B3-8BFF-4F4A-AFA2-52E66F2680F1}"/>
              </a:ext>
            </a:extLst>
          </p:cNvPr>
          <p:cNvSpPr txBox="1"/>
          <p:nvPr/>
        </p:nvSpPr>
        <p:spPr>
          <a:xfrm>
            <a:off x="7360032" y="311847"/>
            <a:ext cx="4537679" cy="830997"/>
          </a:xfrm>
          <a:prstGeom prst="rect">
            <a:avLst/>
          </a:prstGeom>
          <a:solidFill>
            <a:schemeClr val="tx1"/>
          </a:solidFill>
          <a:effectLst>
            <a:outerShdw blurRad="63500" sx="102000" sy="102000" algn="ctr" rotWithShape="0">
              <a:prstClr val="black">
                <a:alpha val="40000"/>
              </a:prstClr>
            </a:outerShdw>
          </a:effectLst>
        </p:spPr>
        <p:style>
          <a:lnRef idx="0">
            <a:schemeClr val="accent2"/>
          </a:lnRef>
          <a:fillRef idx="3">
            <a:schemeClr val="accent2"/>
          </a:fillRef>
          <a:effectRef idx="3">
            <a:schemeClr val="accent2"/>
          </a:effectRef>
          <a:fontRef idx="minor">
            <a:schemeClr val="lt1"/>
          </a:fontRef>
        </p:style>
        <p:txBody>
          <a:bodyPr wrap="square" rtlCol="0">
            <a:spAutoFit/>
          </a:bodyPr>
          <a:lstStyle/>
          <a:p>
            <a:pPr algn="ctr"/>
            <a:r>
              <a:rPr lang="en-US" sz="1600" dirty="0">
                <a:ea typeface="Tahoma" panose="020B0604030504040204" pitchFamily="34" charset="0"/>
                <a:cs typeface="Tahoma" panose="020B0604030504040204" pitchFamily="34" charset="0"/>
              </a:rPr>
              <a:t>Tip: The thesis should be clear and bold.  Use powerful images as a background or an accent to strengthen the thesis statement.</a:t>
            </a:r>
          </a:p>
        </p:txBody>
      </p:sp>
      <p:sp>
        <p:nvSpPr>
          <p:cNvPr id="2" name="Title 1">
            <a:extLst>
              <a:ext uri="{FF2B5EF4-FFF2-40B4-BE49-F238E27FC236}">
                <a16:creationId xmlns:a16="http://schemas.microsoft.com/office/drawing/2014/main" id="{34E65665-583F-4DD8-814D-FECA92009E9A}"/>
              </a:ext>
            </a:extLst>
          </p:cNvPr>
          <p:cNvSpPr>
            <a:spLocks noGrp="1"/>
          </p:cNvSpPr>
          <p:nvPr>
            <p:ph type="title"/>
          </p:nvPr>
        </p:nvSpPr>
        <p:spPr bwMode="white"/>
        <p:txBody>
          <a:bodyPr/>
          <a:lstStyle/>
          <a:p>
            <a:r>
              <a:rPr lang="en-US" sz="4000" dirty="0"/>
              <a:t>[Type Thesis Statement Here]</a:t>
            </a:r>
          </a:p>
        </p:txBody>
      </p:sp>
    </p:spTree>
    <p:extLst>
      <p:ext uri="{BB962C8B-B14F-4D97-AF65-F5344CB8AC3E}">
        <p14:creationId xmlns:p14="http://schemas.microsoft.com/office/powerpoint/2010/main" val="38690944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16498D-2480-4101-BEA1-C21902705539}"/>
              </a:ext>
            </a:extLst>
          </p:cNvPr>
          <p:cNvSpPr>
            <a:spLocks noGrp="1"/>
          </p:cNvSpPr>
          <p:nvPr>
            <p:ph type="title"/>
          </p:nvPr>
        </p:nvSpPr>
        <p:spPr/>
        <p:txBody>
          <a:bodyPr/>
          <a:lstStyle/>
          <a:p>
            <a:r>
              <a:rPr lang="en-US" dirty="0"/>
              <a:t>[Type Main Point #1 Here]</a:t>
            </a:r>
          </a:p>
        </p:txBody>
      </p:sp>
      <p:sp>
        <p:nvSpPr>
          <p:cNvPr id="3" name="Content Placeholder 2">
            <a:extLst>
              <a:ext uri="{FF2B5EF4-FFF2-40B4-BE49-F238E27FC236}">
                <a16:creationId xmlns:a16="http://schemas.microsoft.com/office/drawing/2014/main" id="{21CF0C0B-47F1-464B-88EF-B1989663479C}"/>
              </a:ext>
            </a:extLst>
          </p:cNvPr>
          <p:cNvSpPr>
            <a:spLocks noGrp="1"/>
          </p:cNvSpPr>
          <p:nvPr>
            <p:ph sz="half" idx="1"/>
          </p:nvPr>
        </p:nvSpPr>
        <p:spPr/>
        <p:txBody>
          <a:bodyPr/>
          <a:lstStyle/>
          <a:p>
            <a:pPr marL="0" indent="0" algn="ctr">
              <a:buNone/>
            </a:pPr>
            <a:r>
              <a:rPr lang="en-US" dirty="0"/>
              <a:t>[use this space to place an image that best captures the main idea of point #1]</a:t>
            </a:r>
          </a:p>
        </p:txBody>
      </p:sp>
      <p:sp>
        <p:nvSpPr>
          <p:cNvPr id="4" name="Content Placeholder 3">
            <a:extLst>
              <a:ext uri="{FF2B5EF4-FFF2-40B4-BE49-F238E27FC236}">
                <a16:creationId xmlns:a16="http://schemas.microsoft.com/office/drawing/2014/main" id="{9353A980-ADD3-49DF-ACFE-8E50E3F2ABCF}"/>
              </a:ext>
            </a:extLst>
          </p:cNvPr>
          <p:cNvSpPr>
            <a:spLocks noGrp="1"/>
          </p:cNvSpPr>
          <p:nvPr>
            <p:ph sz="half" idx="13"/>
          </p:nvPr>
        </p:nvSpPr>
        <p:spPr/>
        <p:txBody>
          <a:bodyPr/>
          <a:lstStyle/>
          <a:p>
            <a:r>
              <a:rPr lang="en-US" dirty="0"/>
              <a:t>[Type evidence to support main point #1]</a:t>
            </a:r>
          </a:p>
          <a:p>
            <a:r>
              <a:rPr lang="en-US" dirty="0"/>
              <a:t>[Type evidence to support main point #1]</a:t>
            </a:r>
          </a:p>
          <a:p>
            <a:r>
              <a:rPr lang="en-US" dirty="0"/>
              <a:t>[Type evidence to support main point #1]</a:t>
            </a:r>
          </a:p>
          <a:p>
            <a:r>
              <a:rPr lang="en-US" dirty="0"/>
              <a:t>[Type evidence to support main point #1]</a:t>
            </a:r>
          </a:p>
        </p:txBody>
      </p:sp>
      <p:sp>
        <p:nvSpPr>
          <p:cNvPr id="5" name="TextBox 4">
            <a:extLst>
              <a:ext uri="{FF2B5EF4-FFF2-40B4-BE49-F238E27FC236}">
                <a16:creationId xmlns:a16="http://schemas.microsoft.com/office/drawing/2014/main" id="{3614D49E-5F09-430D-A437-7D77CC85DC17}"/>
              </a:ext>
            </a:extLst>
          </p:cNvPr>
          <p:cNvSpPr txBox="1"/>
          <p:nvPr/>
        </p:nvSpPr>
        <p:spPr>
          <a:xfrm>
            <a:off x="6515774" y="4533485"/>
            <a:ext cx="5179386" cy="1323439"/>
          </a:xfrm>
          <a:prstGeom prst="rect">
            <a:avLst/>
          </a:prstGeom>
          <a:solidFill>
            <a:schemeClr val="tx1"/>
          </a:solidFill>
          <a:effectLst>
            <a:outerShdw blurRad="63500" sx="102000" sy="102000" algn="ctr" rotWithShape="0">
              <a:prstClr val="black">
                <a:alpha val="40000"/>
              </a:prstClr>
            </a:outerShdw>
          </a:effectLst>
        </p:spPr>
        <p:style>
          <a:lnRef idx="0">
            <a:schemeClr val="accent2"/>
          </a:lnRef>
          <a:fillRef idx="3">
            <a:schemeClr val="accent2"/>
          </a:fillRef>
          <a:effectRef idx="3">
            <a:schemeClr val="accent2"/>
          </a:effectRef>
          <a:fontRef idx="minor">
            <a:schemeClr val="lt1"/>
          </a:fontRef>
        </p:style>
        <p:txBody>
          <a:bodyPr wrap="square" rtlCol="0">
            <a:spAutoFit/>
          </a:bodyPr>
          <a:lstStyle/>
          <a:p>
            <a:pPr algn="ctr"/>
            <a:r>
              <a:rPr lang="en-US" sz="1600" dirty="0">
                <a:ea typeface="Tahoma" panose="020B0604030504040204" pitchFamily="34" charset="0"/>
                <a:cs typeface="Tahoma" panose="020B0604030504040204" pitchFamily="34" charset="0"/>
              </a:rPr>
              <a:t>Tip: The font type and size used in a PowerPoint presentation should be clear enough and large enough for the audience to easily see and read. Be sure to keep in mind the distance between the audience and the presentation screen.</a:t>
            </a:r>
          </a:p>
        </p:txBody>
      </p:sp>
    </p:spTree>
    <p:extLst>
      <p:ext uri="{BB962C8B-B14F-4D97-AF65-F5344CB8AC3E}">
        <p14:creationId xmlns:p14="http://schemas.microsoft.com/office/powerpoint/2010/main" val="38955839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3FF28-EDA9-498B-BF3A-243D718DD7DF}"/>
              </a:ext>
            </a:extLst>
          </p:cNvPr>
          <p:cNvSpPr>
            <a:spLocks noGrp="1"/>
          </p:cNvSpPr>
          <p:nvPr>
            <p:ph type="title"/>
          </p:nvPr>
        </p:nvSpPr>
        <p:spPr/>
        <p:txBody>
          <a:bodyPr/>
          <a:lstStyle/>
          <a:p>
            <a:r>
              <a:rPr lang="en-US" dirty="0"/>
              <a:t>[Type Main Point #2 Here]</a:t>
            </a:r>
          </a:p>
        </p:txBody>
      </p:sp>
      <p:sp>
        <p:nvSpPr>
          <p:cNvPr id="3" name="Content Placeholder 2">
            <a:extLst>
              <a:ext uri="{FF2B5EF4-FFF2-40B4-BE49-F238E27FC236}">
                <a16:creationId xmlns:a16="http://schemas.microsoft.com/office/drawing/2014/main" id="{6A720854-4AFC-4B68-944A-8A368C9A8619}"/>
              </a:ext>
            </a:extLst>
          </p:cNvPr>
          <p:cNvSpPr>
            <a:spLocks noGrp="1"/>
          </p:cNvSpPr>
          <p:nvPr>
            <p:ph sz="half" idx="1"/>
          </p:nvPr>
        </p:nvSpPr>
        <p:spPr/>
        <p:txBody>
          <a:bodyPr/>
          <a:lstStyle/>
          <a:p>
            <a:r>
              <a:rPr lang="en-US" dirty="0"/>
              <a:t>[Type evidence to support main point #2]</a:t>
            </a:r>
          </a:p>
          <a:p>
            <a:r>
              <a:rPr lang="en-US" dirty="0"/>
              <a:t>[Type evidence to support main point #2]</a:t>
            </a:r>
          </a:p>
          <a:p>
            <a:r>
              <a:rPr lang="en-US" dirty="0"/>
              <a:t>[Type evidence to support main point #2]</a:t>
            </a:r>
          </a:p>
          <a:p>
            <a:r>
              <a:rPr lang="en-US" dirty="0"/>
              <a:t>[Type evidence to support main point #2]</a:t>
            </a:r>
          </a:p>
        </p:txBody>
      </p:sp>
      <p:sp>
        <p:nvSpPr>
          <p:cNvPr id="5" name="TextBox 4">
            <a:extLst>
              <a:ext uri="{FF2B5EF4-FFF2-40B4-BE49-F238E27FC236}">
                <a16:creationId xmlns:a16="http://schemas.microsoft.com/office/drawing/2014/main" id="{8807134F-8694-4BEF-9C25-C041132BAB4A}"/>
              </a:ext>
            </a:extLst>
          </p:cNvPr>
          <p:cNvSpPr txBox="1"/>
          <p:nvPr/>
        </p:nvSpPr>
        <p:spPr>
          <a:xfrm>
            <a:off x="583926" y="5222952"/>
            <a:ext cx="5179386" cy="830997"/>
          </a:xfrm>
          <a:prstGeom prst="rect">
            <a:avLst/>
          </a:prstGeom>
          <a:solidFill>
            <a:schemeClr val="tx1"/>
          </a:solidFill>
          <a:effectLst>
            <a:outerShdw blurRad="63500" sx="102000" sy="102000" algn="ctr" rotWithShape="0">
              <a:prstClr val="black">
                <a:alpha val="40000"/>
              </a:prstClr>
            </a:outerShdw>
          </a:effectLst>
        </p:spPr>
        <p:style>
          <a:lnRef idx="0">
            <a:schemeClr val="accent2"/>
          </a:lnRef>
          <a:fillRef idx="3">
            <a:schemeClr val="accent2"/>
          </a:fillRef>
          <a:effectRef idx="3">
            <a:schemeClr val="accent2"/>
          </a:effectRef>
          <a:fontRef idx="minor">
            <a:schemeClr val="lt1"/>
          </a:fontRef>
        </p:style>
        <p:txBody>
          <a:bodyPr wrap="square" rtlCol="0">
            <a:spAutoFit/>
          </a:bodyPr>
          <a:lstStyle/>
          <a:p>
            <a:pPr algn="ctr"/>
            <a:r>
              <a:rPr lang="en-US" sz="1600" dirty="0">
                <a:ea typeface="Tahoma" panose="020B0604030504040204" pitchFamily="34" charset="0"/>
                <a:cs typeface="Tahoma" panose="020B0604030504040204" pitchFamily="34" charset="0"/>
              </a:rPr>
              <a:t>Tip: It may be a good idea to add a slide in between the main points that contains images or video to further get across the main points.</a:t>
            </a:r>
          </a:p>
        </p:txBody>
      </p:sp>
      <p:sp>
        <p:nvSpPr>
          <p:cNvPr id="4" name="Content Placeholder 3">
            <a:extLst>
              <a:ext uri="{FF2B5EF4-FFF2-40B4-BE49-F238E27FC236}">
                <a16:creationId xmlns:a16="http://schemas.microsoft.com/office/drawing/2014/main" id="{60322649-994F-4A10-ADE4-7A676293A71C}"/>
              </a:ext>
            </a:extLst>
          </p:cNvPr>
          <p:cNvSpPr>
            <a:spLocks noGrp="1"/>
          </p:cNvSpPr>
          <p:nvPr>
            <p:ph sz="half" idx="2"/>
          </p:nvPr>
        </p:nvSpPr>
        <p:spPr/>
        <p:txBody>
          <a:bodyPr/>
          <a:lstStyle/>
          <a:p>
            <a:pPr marL="0" indent="0" algn="ctr">
              <a:buNone/>
            </a:pPr>
            <a:r>
              <a:rPr lang="en-US" dirty="0"/>
              <a:t>[use this space to place an image that best captures the main idea of point #2]</a:t>
            </a:r>
          </a:p>
        </p:txBody>
      </p:sp>
    </p:spTree>
    <p:extLst>
      <p:ext uri="{BB962C8B-B14F-4D97-AF65-F5344CB8AC3E}">
        <p14:creationId xmlns:p14="http://schemas.microsoft.com/office/powerpoint/2010/main" val="33789192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72EB31-E42B-4D0C-AFEC-3EBBBBE96FC6}"/>
              </a:ext>
            </a:extLst>
          </p:cNvPr>
          <p:cNvSpPr>
            <a:spLocks noGrp="1"/>
          </p:cNvSpPr>
          <p:nvPr>
            <p:ph type="title"/>
          </p:nvPr>
        </p:nvSpPr>
        <p:spPr/>
        <p:txBody>
          <a:bodyPr/>
          <a:lstStyle/>
          <a:p>
            <a:r>
              <a:rPr lang="en-US" dirty="0"/>
              <a:t>[Type Main Point #3 Here]</a:t>
            </a:r>
          </a:p>
        </p:txBody>
      </p:sp>
      <p:sp>
        <p:nvSpPr>
          <p:cNvPr id="7" name="Text Placeholder 6">
            <a:extLst>
              <a:ext uri="{FF2B5EF4-FFF2-40B4-BE49-F238E27FC236}">
                <a16:creationId xmlns:a16="http://schemas.microsoft.com/office/drawing/2014/main" id="{7AEDA915-86E4-4D85-B4D0-551FDABC6F00}"/>
              </a:ext>
            </a:extLst>
          </p:cNvPr>
          <p:cNvSpPr>
            <a:spLocks noGrp="1"/>
          </p:cNvSpPr>
          <p:nvPr>
            <p:ph type="body" sz="half" idx="4294967295"/>
          </p:nvPr>
        </p:nvSpPr>
        <p:spPr>
          <a:xfrm>
            <a:off x="590395" y="1905001"/>
            <a:ext cx="5334449" cy="3956049"/>
          </a:xfrm>
        </p:spPr>
        <p:txBody>
          <a:bodyPr>
            <a:normAutofit/>
          </a:bodyPr>
          <a:lstStyle/>
          <a:p>
            <a:pPr lvl="0"/>
            <a:r>
              <a:rPr lang="en-US" dirty="0"/>
              <a:t>[Type evidence to support main point #3]</a:t>
            </a:r>
          </a:p>
          <a:p>
            <a:pPr lvl="0"/>
            <a:r>
              <a:rPr lang="en-US" dirty="0"/>
              <a:t>[Type evidence to support main point #3]</a:t>
            </a:r>
          </a:p>
          <a:p>
            <a:pPr lvl="0"/>
            <a:r>
              <a:rPr lang="en-US" dirty="0"/>
              <a:t>[Type evidence to support main point #3]</a:t>
            </a:r>
          </a:p>
          <a:p>
            <a:pPr lvl="0"/>
            <a:r>
              <a:rPr lang="en-US" dirty="0"/>
              <a:t>[Type evidence to support main point #3]</a:t>
            </a:r>
          </a:p>
        </p:txBody>
      </p:sp>
      <p:sp>
        <p:nvSpPr>
          <p:cNvPr id="8" name="Content Placeholder 7">
            <a:extLst>
              <a:ext uri="{FF2B5EF4-FFF2-40B4-BE49-F238E27FC236}">
                <a16:creationId xmlns:a16="http://schemas.microsoft.com/office/drawing/2014/main" id="{6DC2F8CF-EF79-4D27-9142-5A30FB039A46}"/>
              </a:ext>
            </a:extLst>
          </p:cNvPr>
          <p:cNvSpPr>
            <a:spLocks noGrp="1"/>
          </p:cNvSpPr>
          <p:nvPr>
            <p:ph sz="quarter" idx="4294967295"/>
          </p:nvPr>
        </p:nvSpPr>
        <p:spPr>
          <a:xfrm>
            <a:off x="6096000" y="0"/>
            <a:ext cx="6526401" cy="6858000"/>
          </a:xfrm>
        </p:spPr>
        <p:txBody>
          <a:bodyPr>
            <a:normAutofit/>
          </a:bodyPr>
          <a:lstStyle/>
          <a:p>
            <a:pPr lvl="1" algn="ctr"/>
            <a:r>
              <a:rPr lang="en-US" sz="1800" dirty="0"/>
              <a:t>[Use this space to place an image that best captures the main idea of point #3]</a:t>
            </a:r>
          </a:p>
        </p:txBody>
      </p:sp>
      <p:sp>
        <p:nvSpPr>
          <p:cNvPr id="9" name="TextBox 8">
            <a:extLst>
              <a:ext uri="{FF2B5EF4-FFF2-40B4-BE49-F238E27FC236}">
                <a16:creationId xmlns:a16="http://schemas.microsoft.com/office/drawing/2014/main" id="{5C89125E-899C-42CA-AC49-A619DD710D58}"/>
              </a:ext>
            </a:extLst>
          </p:cNvPr>
          <p:cNvSpPr txBox="1"/>
          <p:nvPr/>
        </p:nvSpPr>
        <p:spPr>
          <a:xfrm>
            <a:off x="7353300" y="340857"/>
            <a:ext cx="4584700" cy="584775"/>
          </a:xfrm>
          <a:prstGeom prst="rect">
            <a:avLst/>
          </a:prstGeom>
          <a:solidFill>
            <a:schemeClr val="tx1"/>
          </a:solidFill>
          <a:effectLst>
            <a:outerShdw blurRad="63500" sx="102000" sy="102000" algn="ctr" rotWithShape="0">
              <a:prstClr val="black">
                <a:alpha val="40000"/>
              </a:prstClr>
            </a:outerShdw>
          </a:effectLst>
        </p:spPr>
        <p:style>
          <a:lnRef idx="0">
            <a:schemeClr val="accent2"/>
          </a:lnRef>
          <a:fillRef idx="3">
            <a:schemeClr val="accent2"/>
          </a:fillRef>
          <a:effectRef idx="3">
            <a:schemeClr val="accent2"/>
          </a:effectRef>
          <a:fontRef idx="minor">
            <a:schemeClr val="lt1"/>
          </a:fontRef>
        </p:style>
        <p:txBody>
          <a:bodyPr wrap="square" rtlCol="0">
            <a:spAutoFit/>
          </a:bodyPr>
          <a:lstStyle/>
          <a:p>
            <a:pPr algn="ctr"/>
            <a:r>
              <a:rPr lang="en-US" sz="1600" dirty="0">
                <a:ea typeface="Tahoma" panose="020B0604030504040204" pitchFamily="34" charset="0"/>
                <a:cs typeface="Tahoma" panose="020B0604030504040204" pitchFamily="34" charset="0"/>
              </a:rPr>
              <a:t>Tip: Practice the speech enough so that the timing and transitions become natural.</a:t>
            </a:r>
          </a:p>
        </p:txBody>
      </p:sp>
    </p:spTree>
    <p:extLst>
      <p:ext uri="{BB962C8B-B14F-4D97-AF65-F5344CB8AC3E}">
        <p14:creationId xmlns:p14="http://schemas.microsoft.com/office/powerpoint/2010/main" val="15415466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D597A3-CAEC-4FBF-94DF-5925729E0C97}"/>
              </a:ext>
            </a:extLst>
          </p:cNvPr>
          <p:cNvSpPr>
            <a:spLocks noGrp="1"/>
          </p:cNvSpPr>
          <p:nvPr>
            <p:ph type="title"/>
          </p:nvPr>
        </p:nvSpPr>
        <p:spPr bwMode="white"/>
        <p:txBody>
          <a:bodyPr/>
          <a:lstStyle/>
          <a:p>
            <a:r>
              <a:rPr lang="en-US" dirty="0"/>
              <a:t>[Type Counterargument Here]</a:t>
            </a:r>
          </a:p>
        </p:txBody>
      </p:sp>
      <p:sp>
        <p:nvSpPr>
          <p:cNvPr id="3" name="Content Placeholder 2">
            <a:extLst>
              <a:ext uri="{FF2B5EF4-FFF2-40B4-BE49-F238E27FC236}">
                <a16:creationId xmlns:a16="http://schemas.microsoft.com/office/drawing/2014/main" id="{77EF5FD3-E825-420F-8A22-D0B5F329468F}"/>
              </a:ext>
            </a:extLst>
          </p:cNvPr>
          <p:cNvSpPr>
            <a:spLocks noGrp="1"/>
          </p:cNvSpPr>
          <p:nvPr>
            <p:ph sz="half" idx="2"/>
          </p:nvPr>
        </p:nvSpPr>
        <p:spPr/>
        <p:txBody>
          <a:bodyPr/>
          <a:lstStyle/>
          <a:p>
            <a:r>
              <a:rPr lang="en-US" dirty="0">
                <a:ea typeface="Tahoma" panose="020B0604030504040204" pitchFamily="34" charset="0"/>
                <a:cs typeface="Tahoma" panose="020B0604030504040204" pitchFamily="34" charset="0"/>
              </a:rPr>
              <a:t>[Type evidence against the topic here]</a:t>
            </a:r>
          </a:p>
          <a:p>
            <a:r>
              <a:rPr lang="en-US" dirty="0">
                <a:ea typeface="Tahoma" panose="020B0604030504040204" pitchFamily="34" charset="0"/>
                <a:cs typeface="Tahoma" panose="020B0604030504040204" pitchFamily="34" charset="0"/>
              </a:rPr>
              <a:t>[Type evidence against the topic here]</a:t>
            </a:r>
          </a:p>
          <a:p>
            <a:r>
              <a:rPr lang="en-US" dirty="0">
                <a:ea typeface="Tahoma" panose="020B0604030504040204" pitchFamily="34" charset="0"/>
                <a:cs typeface="Tahoma" panose="020B0604030504040204" pitchFamily="34" charset="0"/>
              </a:rPr>
              <a:t>[Type evidence against the topic here]</a:t>
            </a:r>
          </a:p>
        </p:txBody>
      </p:sp>
      <p:sp>
        <p:nvSpPr>
          <p:cNvPr id="4" name="TextBox 3">
            <a:extLst>
              <a:ext uri="{FF2B5EF4-FFF2-40B4-BE49-F238E27FC236}">
                <a16:creationId xmlns:a16="http://schemas.microsoft.com/office/drawing/2014/main" id="{2C0DCB07-8B6A-4230-8C1F-5AD1EE67446C}"/>
              </a:ext>
            </a:extLst>
          </p:cNvPr>
          <p:cNvSpPr txBox="1"/>
          <p:nvPr/>
        </p:nvSpPr>
        <p:spPr>
          <a:xfrm>
            <a:off x="6638924" y="5588482"/>
            <a:ext cx="5337176" cy="1077218"/>
          </a:xfrm>
          <a:prstGeom prst="rect">
            <a:avLst/>
          </a:prstGeom>
          <a:solidFill>
            <a:schemeClr val="tx1"/>
          </a:solidFill>
          <a:effectLst>
            <a:outerShdw blurRad="63500" sx="102000" sy="102000" algn="ctr" rotWithShape="0">
              <a:prstClr val="black">
                <a:alpha val="40000"/>
              </a:prstClr>
            </a:outerShdw>
          </a:effectLst>
        </p:spPr>
        <p:style>
          <a:lnRef idx="0">
            <a:schemeClr val="accent2"/>
          </a:lnRef>
          <a:fillRef idx="3">
            <a:schemeClr val="accent2"/>
          </a:fillRef>
          <a:effectRef idx="3">
            <a:schemeClr val="accent2"/>
          </a:effectRef>
          <a:fontRef idx="minor">
            <a:schemeClr val="lt1"/>
          </a:fontRef>
        </p:style>
        <p:txBody>
          <a:bodyPr wrap="square" rtlCol="0">
            <a:spAutoFit/>
          </a:bodyPr>
          <a:lstStyle/>
          <a:p>
            <a:pPr algn="ctr"/>
            <a:r>
              <a:rPr lang="en-US" sz="1600" dirty="0">
                <a:ea typeface="Tahoma" panose="020B0604030504040204" pitchFamily="34" charset="0"/>
                <a:cs typeface="Tahoma" panose="020B0604030504040204" pitchFamily="34" charset="0"/>
              </a:rPr>
              <a:t>Tip: Add an Exit Animation to each of these points against the topic that will play as you address each one.  For example, Disappear, so the evidence disappears after addressing the counterargument.</a:t>
            </a:r>
          </a:p>
        </p:txBody>
      </p:sp>
    </p:spTree>
    <p:extLst>
      <p:ext uri="{BB962C8B-B14F-4D97-AF65-F5344CB8AC3E}">
        <p14:creationId xmlns:p14="http://schemas.microsoft.com/office/powerpoint/2010/main" val="17294628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FDA7EC95-D971-4A86-9927-619CED5AB4B2}"/>
              </a:ext>
            </a:extLst>
          </p:cNvPr>
          <p:cNvSpPr>
            <a:spLocks noGrp="1"/>
          </p:cNvSpPr>
          <p:nvPr>
            <p:ph type="title"/>
          </p:nvPr>
        </p:nvSpPr>
        <p:spPr>
          <a:xfrm>
            <a:off x="810000" y="4489884"/>
            <a:ext cx="10561418" cy="1426004"/>
          </a:xfrm>
        </p:spPr>
        <p:txBody>
          <a:bodyPr/>
          <a:lstStyle/>
          <a:p>
            <a:r>
              <a:rPr lang="en-US" dirty="0"/>
              <a:t>[Type The Action Step Here]</a:t>
            </a:r>
          </a:p>
        </p:txBody>
      </p:sp>
      <p:sp>
        <p:nvSpPr>
          <p:cNvPr id="9" name="Content Placeholder 8">
            <a:extLst>
              <a:ext uri="{FF2B5EF4-FFF2-40B4-BE49-F238E27FC236}">
                <a16:creationId xmlns:a16="http://schemas.microsoft.com/office/drawing/2014/main" id="{D7442235-8F25-4E4C-8750-8CC8C44313AD}"/>
              </a:ext>
            </a:extLst>
          </p:cNvPr>
          <p:cNvSpPr>
            <a:spLocks noGrp="1"/>
          </p:cNvSpPr>
          <p:nvPr>
            <p:ph sz="quarter" idx="14"/>
          </p:nvPr>
        </p:nvSpPr>
        <p:spPr/>
        <p:txBody>
          <a:bodyPr/>
          <a:lstStyle/>
          <a:p>
            <a:pPr marL="0" indent="0" algn="ctr">
              <a:buFont typeface="Arial" panose="020B0604020202020204" pitchFamily="34" charset="0"/>
              <a:buNone/>
            </a:pPr>
            <a:r>
              <a:rPr lang="en-US" dirty="0">
                <a:ea typeface="Tahoma" panose="020B0604030504040204" pitchFamily="34" charset="0"/>
                <a:cs typeface="Tahoma" panose="020B0604030504040204" pitchFamily="34" charset="0"/>
              </a:rPr>
              <a:t>[Use this space to place an image that best captures the main idea of the action step]</a:t>
            </a:r>
          </a:p>
        </p:txBody>
      </p:sp>
      <p:sp>
        <p:nvSpPr>
          <p:cNvPr id="7" name="TextBox 6">
            <a:extLst>
              <a:ext uri="{FF2B5EF4-FFF2-40B4-BE49-F238E27FC236}">
                <a16:creationId xmlns:a16="http://schemas.microsoft.com/office/drawing/2014/main" id="{43264A76-ADAD-4DC9-84FD-71DFAFEE7A6F}"/>
              </a:ext>
            </a:extLst>
          </p:cNvPr>
          <p:cNvSpPr txBox="1"/>
          <p:nvPr/>
        </p:nvSpPr>
        <p:spPr>
          <a:xfrm>
            <a:off x="8089900" y="186333"/>
            <a:ext cx="3886200" cy="1077218"/>
          </a:xfrm>
          <a:prstGeom prst="rect">
            <a:avLst/>
          </a:prstGeom>
          <a:solidFill>
            <a:schemeClr val="tx1"/>
          </a:solidFill>
          <a:effectLst>
            <a:outerShdw blurRad="63500" sx="102000" sy="102000" algn="ctr" rotWithShape="0">
              <a:prstClr val="black">
                <a:alpha val="40000"/>
              </a:prstClr>
            </a:outerShdw>
          </a:effectLst>
        </p:spPr>
        <p:style>
          <a:lnRef idx="0">
            <a:schemeClr val="accent2"/>
          </a:lnRef>
          <a:fillRef idx="3">
            <a:schemeClr val="accent2"/>
          </a:fillRef>
          <a:effectRef idx="3">
            <a:schemeClr val="accent2"/>
          </a:effectRef>
          <a:fontRef idx="minor">
            <a:schemeClr val="lt1"/>
          </a:fontRef>
        </p:style>
        <p:txBody>
          <a:bodyPr wrap="square" rtlCol="0">
            <a:spAutoFit/>
          </a:bodyPr>
          <a:lstStyle/>
          <a:p>
            <a:pPr algn="ctr"/>
            <a:r>
              <a:rPr lang="en-US" sz="1600" dirty="0">
                <a:ea typeface="Tahoma" panose="020B0604030504040204" pitchFamily="34" charset="0"/>
                <a:cs typeface="Tahoma" panose="020B0604030504040204" pitchFamily="34" charset="0"/>
              </a:rPr>
              <a:t>Tip: If time and format permits it may be a good idea to add another slide for questions.  It may be as simple as a title that states “Questions?”</a:t>
            </a:r>
          </a:p>
        </p:txBody>
      </p:sp>
    </p:spTree>
    <p:extLst>
      <p:ext uri="{BB962C8B-B14F-4D97-AF65-F5344CB8AC3E}">
        <p14:creationId xmlns:p14="http://schemas.microsoft.com/office/powerpoint/2010/main" val="19802965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98DCA46-603B-4178-8707-30E192CE6B8D}"/>
              </a:ext>
            </a:extLst>
          </p:cNvPr>
          <p:cNvSpPr>
            <a:spLocks noGrp="1"/>
          </p:cNvSpPr>
          <p:nvPr>
            <p:ph type="title"/>
          </p:nvPr>
        </p:nvSpPr>
        <p:spPr/>
        <p:txBody>
          <a:bodyPr/>
          <a:lstStyle/>
          <a:p>
            <a:r>
              <a:rPr lang="en-US" dirty="0"/>
              <a:t>Customize this Template</a:t>
            </a:r>
          </a:p>
        </p:txBody>
      </p:sp>
      <p:sp>
        <p:nvSpPr>
          <p:cNvPr id="8" name="TextBox 7">
            <a:hlinkClick r:id="rId2"/>
            <a:extLst>
              <a:ext uri="{FF2B5EF4-FFF2-40B4-BE49-F238E27FC236}">
                <a16:creationId xmlns:a16="http://schemas.microsoft.com/office/drawing/2014/main" id="{5FC6C278-4035-446A-A94B-030E792FDDF5}"/>
              </a:ext>
            </a:extLst>
          </p:cNvPr>
          <p:cNvSpPr txBox="1"/>
          <p:nvPr/>
        </p:nvSpPr>
        <p:spPr>
          <a:xfrm>
            <a:off x="1547813" y="2459504"/>
            <a:ext cx="9096374" cy="1938992"/>
          </a:xfrm>
          <a:prstGeom prst="rect">
            <a:avLst/>
          </a:prstGeom>
          <a:noFill/>
        </p:spPr>
        <p:txBody>
          <a:bodyPr wrap="square" rtlCol="0">
            <a:noAutofit/>
          </a:bodyPr>
          <a:lstStyle/>
          <a:p>
            <a:pPr algn="ctr"/>
            <a:r>
              <a:rPr lang="en-US" sz="6000" u="sng" dirty="0">
                <a:solidFill>
                  <a:srgbClr val="0070C0"/>
                </a:solidFill>
              </a:rPr>
              <a:t>Template Editing Instructions and Feedback</a:t>
            </a:r>
          </a:p>
        </p:txBody>
      </p:sp>
    </p:spTree>
    <p:extLst>
      <p:ext uri="{BB962C8B-B14F-4D97-AF65-F5344CB8AC3E}">
        <p14:creationId xmlns:p14="http://schemas.microsoft.com/office/powerpoint/2010/main" val="239459820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Quotable">
  <a:themeElements>
    <a:clrScheme name="Default">
      <a:dk1>
        <a:srgbClr val="000000"/>
      </a:dk1>
      <a:lt1>
        <a:sysClr val="window" lastClr="FFFFFF"/>
      </a:lt1>
      <a:dk2>
        <a:srgbClr val="3F3F3F"/>
      </a:dk2>
      <a:lt2>
        <a:srgbClr val="E7E6E6"/>
      </a:lt2>
      <a:accent1>
        <a:srgbClr val="700000"/>
      </a:accent1>
      <a:accent2>
        <a:srgbClr val="ED7D31"/>
      </a:accent2>
      <a:accent3>
        <a:srgbClr val="A5A5A5"/>
      </a:accent3>
      <a:accent4>
        <a:srgbClr val="FFC000"/>
      </a:accent4>
      <a:accent5>
        <a:srgbClr val="700000"/>
      </a:accent5>
      <a:accent6>
        <a:srgbClr val="978869"/>
      </a:accent6>
      <a:hlink>
        <a:srgbClr val="FFC000"/>
      </a:hlink>
      <a:folHlink>
        <a:srgbClr val="7F7F7F"/>
      </a:folHlink>
    </a:clrScheme>
    <a:fontScheme name="Century Gothic">
      <a:majorFont>
        <a:latin typeface="Century Gothic" panose="020F030202020403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F03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Quotable">
      <a:fillStyleLst>
        <a:solidFill>
          <a:schemeClr val="phClr"/>
        </a:solidFill>
        <a:gradFill rotWithShape="1">
          <a:gsLst>
            <a:gs pos="0">
              <a:schemeClr val="phClr">
                <a:tint val="80000"/>
                <a:lumMod val="105000"/>
              </a:schemeClr>
            </a:gs>
            <a:gs pos="100000">
              <a:schemeClr val="phClr">
                <a:tint val="90000"/>
              </a:schemeClr>
            </a:gs>
          </a:gsLst>
          <a:lin ang="5400000" scaled="0"/>
        </a:gradFill>
        <a:blipFill rotWithShape="1">
          <a:blip xmlns:r="http://schemas.openxmlformats.org/officeDocument/2006/relationships" r:embed="rId1">
            <a:duotone>
              <a:schemeClr val="phClr">
                <a:tint val="98000"/>
                <a:lumMod val="102000"/>
              </a:schemeClr>
              <a:schemeClr val="phClr">
                <a:shade val="98000"/>
                <a:lumMod val="98000"/>
              </a:schemeClr>
            </a:duotone>
          </a:blip>
          <a:tile tx="0" ty="0" sx="100000" sy="100000" flip="none" algn="tl"/>
        </a:blipFill>
      </a:fillStyleLst>
      <a:lnStyleLst>
        <a:ln w="9525" cap="rnd" cmpd="sng" algn="ctr">
          <a:solidFill>
            <a:schemeClr val="ph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effectStyle>
        <a:effectStyle>
          <a:effectLst>
            <a:innerShdw blurRad="63500" dist="25400" dir="13500000">
              <a:srgbClr val="000000">
                <a:alpha val="75000"/>
              </a:srgbClr>
            </a:innerShdw>
          </a:effectLst>
        </a:effectStyle>
      </a:effectStyleLst>
      <a:bgFillStyleLst>
        <a:solidFill>
          <a:schemeClr val="phClr"/>
        </a:solidFill>
        <a:gradFill rotWithShape="1">
          <a:gsLst>
            <a:gs pos="0">
              <a:schemeClr val="phClr">
                <a:tint val="100000"/>
              </a:schemeClr>
            </a:gs>
            <a:gs pos="100000">
              <a:schemeClr val="phClr">
                <a:tint val="84000"/>
                <a:shade val="84000"/>
                <a:lumMod val="90000"/>
              </a:schemeClr>
            </a:gs>
          </a:gsLst>
          <a:lin ang="5400000" scaled="0"/>
        </a:gradFill>
        <a:gradFill rotWithShape="1">
          <a:gsLst>
            <a:gs pos="0">
              <a:schemeClr val="phClr">
                <a:tint val="84000"/>
                <a:shade val="90000"/>
                <a:satMod val="120000"/>
                <a:lumMod val="90000"/>
              </a:schemeClr>
            </a:gs>
            <a:gs pos="100000">
              <a:schemeClr val="phClr"/>
            </a:gs>
          </a:gsLst>
          <a:lin ang="5400000" scaled="0"/>
        </a:gradFill>
      </a:bgFillStyleLst>
    </a:fmtScheme>
  </a:themeElements>
  <a:objectDefaults/>
  <a:extraClrSchemeLst/>
  <a:extLst>
    <a:ext uri="{05A4C25C-085E-4340-85A3-A5531E510DB2}">
      <thm15:themeFamily xmlns:thm15="http://schemas.microsoft.com/office/thememl/2012/main" name="tf45182065_win32_fixed" id="{54D1AA8E-AE41-4F75-AFF4-1E55BF728136}" vid="{9097BC2D-75F4-410C-8544-556C30F4ECC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4" ma:contentTypeDescription="Create a new document." ma:contentTypeScope="" ma:versionID="2d714a3296df14eba7a100bb665443ca">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49549bf45bfbbfb6cffed527380e77e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BEDC914-E79E-4731-88EB-C290A6D4D68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BC8413E5-0484-489B-B293-D8720B6027F2}">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019B3EA6-E2E1-4B68-B700-9432F9FC79DA}">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Persuasive speech outline </Template>
  <TotalTime>43</TotalTime>
  <Words>1031</Words>
  <Application>Microsoft Office PowerPoint</Application>
  <PresentationFormat>Widescreen</PresentationFormat>
  <Paragraphs>74</Paragraphs>
  <Slides>9</Slides>
  <Notes>8</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vt:i4>
      </vt:variant>
    </vt:vector>
  </HeadingPairs>
  <TitlesOfParts>
    <vt:vector size="15" baseType="lpstr">
      <vt:lpstr>Arial</vt:lpstr>
      <vt:lpstr>Calibri</vt:lpstr>
      <vt:lpstr>Century Gothic</vt:lpstr>
      <vt:lpstr>Tahoma</vt:lpstr>
      <vt:lpstr>Wingdings 2</vt:lpstr>
      <vt:lpstr>Quotable</vt:lpstr>
      <vt:lpstr>Random Picker</vt:lpstr>
      <vt:lpstr>Market Research</vt:lpstr>
      <vt:lpstr>[Type Thesis Statement Here]</vt:lpstr>
      <vt:lpstr>[Type Main Point #1 Here]</vt:lpstr>
      <vt:lpstr>[Type Main Point #2 Here]</vt:lpstr>
      <vt:lpstr>[Type Main Point #3 Here]</vt:lpstr>
      <vt:lpstr>[Type Counterargument Here]</vt:lpstr>
      <vt:lpstr>[Type The Action Step Here]</vt:lpstr>
      <vt:lpstr>Customize this Template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Sheera Ner Gaon</dc:creator>
  <cp:lastModifiedBy>Sheera Ner Gaon</cp:lastModifiedBy>
  <cp:revision>1</cp:revision>
  <dcterms:created xsi:type="dcterms:W3CDTF">2025-11-20T10:22:32Z</dcterms:created>
  <dcterms:modified xsi:type="dcterms:W3CDTF">2025-11-20T11:06:02Z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